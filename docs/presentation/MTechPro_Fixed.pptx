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Lst>
  <p:sldIdLst>
    <p:sldId id="256" r:id="rId5"/>
    <p:sldId id="257" r:id="rId6"/>
    <p:sldId id="258" r:id="rId7"/>
    <p:sldId id="259" r:id="rId8"/>
    <p:sldId id="260" r:id="rId9"/>
    <p:sldId id="261" r:id="rId10"/>
    <p:sldId id="262" r:id="rId11"/>
    <p:sldId id="263" r:id="rId12"/>
    <p:sldId id="264" r:id="rId13"/>
    <p:sldId id="280" r:id="rId14"/>
    <p:sldId id="265" r:id="rId15"/>
    <p:sldId id="266" r:id="rId16"/>
    <p:sldId id="267" r:id="rId17"/>
    <p:sldId id="268" r:id="rId18"/>
    <p:sldId id="273" r:id="rId19"/>
    <p:sldId id="275" r:id="rId20"/>
    <p:sldId id="276" r:id="rId21"/>
    <p:sldId id="278" r:id="rId22"/>
    <p:sldId id="279" r:id="rId23"/>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7"/>
  </p:normalViewPr>
  <p:slideViewPr>
    <p:cSldViewPr snapToGrid="0">
      <p:cViewPr varScale="1">
        <p:scale>
          <a:sx n="100" d="100"/>
          <a:sy n="100" d="100"/>
        </p:scale>
        <p:origin x="90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9EB7E375-1E28-44AA-B9F4-EB2CAF64B8B6}" type="slidenum">
              <a:t>‹#›</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6"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F026FEEB-7512-42EB-A9ED-D4C5D70ADDF7}" type="slidenum">
              <a:t>‹#›</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8"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8CB05A01-1591-460F-9D7E-DE8B7C717101}"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0"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1"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D2113A7E-CBE1-4885-BF34-4950DF5C5BC8}"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4E6218D0-8403-444C-99AE-9BF76CC64B95}"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4D80AD9A-762F-4EE6-9577-6DD7255F98DC}"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5"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6"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7"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4B83C93B-B715-4C80-8336-CE1765044830}"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9"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20"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21" name="PlaceHolder 4"/>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4F0791AC-620D-4F5A-99C3-188362284D25}"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23"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24"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25" name="PlaceHolder 4"/>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512A175F-CD4C-44B3-84BA-D217EBFD9FC9}"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27" name="PlaceHolder 2"/>
          <p:cNvSpPr>
            <a:spLocks noGrp="1"/>
          </p:cNvSpPr>
          <p:nvPr>
            <p:ph/>
          </p:nvPr>
        </p:nvSpPr>
        <p:spPr>
          <a:xfrm>
            <a:off x="838080" y="182556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28" name="PlaceHolder 3"/>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5ACB73E2-B4B8-49FB-9DC7-BA3D1AF79406}"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30"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31"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32"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33" name="PlaceHolder 5"/>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001B9448-E4F1-42B8-AA0D-49A45FC1455B}" type="slidenum">
              <a:t>‹#›</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35" name="PlaceHolder 2"/>
          <p:cNvSpPr>
            <a:spLocks noGrp="1"/>
          </p:cNvSpPr>
          <p:nvPr>
            <p:ph/>
          </p:nvPr>
        </p:nvSpPr>
        <p:spPr>
          <a:xfrm>
            <a:off x="83808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36" name="PlaceHolder 3"/>
          <p:cNvSpPr>
            <a:spLocks noGrp="1"/>
          </p:cNvSpPr>
          <p:nvPr>
            <p:ph/>
          </p:nvPr>
        </p:nvSpPr>
        <p:spPr>
          <a:xfrm>
            <a:off x="439344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37" name="PlaceHolder 4"/>
          <p:cNvSpPr>
            <a:spLocks noGrp="1"/>
          </p:cNvSpPr>
          <p:nvPr>
            <p:ph/>
          </p:nvPr>
        </p:nvSpPr>
        <p:spPr>
          <a:xfrm>
            <a:off x="794916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38" name="PlaceHolder 5"/>
          <p:cNvSpPr>
            <a:spLocks noGrp="1"/>
          </p:cNvSpPr>
          <p:nvPr>
            <p:ph/>
          </p:nvPr>
        </p:nvSpPr>
        <p:spPr>
          <a:xfrm>
            <a:off x="83808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39" name="PlaceHolder 6"/>
          <p:cNvSpPr>
            <a:spLocks noGrp="1"/>
          </p:cNvSpPr>
          <p:nvPr>
            <p:ph/>
          </p:nvPr>
        </p:nvSpPr>
        <p:spPr>
          <a:xfrm>
            <a:off x="439344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40" name="PlaceHolder 7"/>
          <p:cNvSpPr>
            <a:spLocks noGrp="1"/>
          </p:cNvSpPr>
          <p:nvPr>
            <p:ph/>
          </p:nvPr>
        </p:nvSpPr>
        <p:spPr>
          <a:xfrm>
            <a:off x="794916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F4E2AB78-6CA3-4EFC-B646-0C073EF89403}" type="slidenum">
              <a:t>‹#›</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05A152C8-EF44-4FB5-9FF6-87EBE45B0215}" type="slidenum">
              <a:t>‹#›</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47"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74E17784-A648-47CD-9981-A712E3D5BAFB}" type="slidenum">
              <a:t>‹#›</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49"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B77C4E91-F3B8-4632-B652-B14AE8BFD13C}" type="slidenum">
              <a:t>‹#›</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51"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52"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06316A60-9BD5-4760-8D63-C4E7965F6325}" type="slidenum">
              <a:t>‹#›</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58D88088-49BD-478D-A836-8929C71E36B0}"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80849B96-0899-4683-9375-1C0B04E95DD2}"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56"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57"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58"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9CADD8D1-6BFF-48D1-B988-B37273E3A50F}"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60"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1"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2" name="PlaceHolder 4"/>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43F5FF0C-4D06-48DF-AD39-608EDF3B4554}"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64"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5"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6" name="PlaceHolder 4"/>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B69D783E-1FEF-4AB5-81A7-F2B2831F252E}"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68" name="PlaceHolder 2"/>
          <p:cNvSpPr>
            <a:spLocks noGrp="1"/>
          </p:cNvSpPr>
          <p:nvPr>
            <p:ph/>
          </p:nvPr>
        </p:nvSpPr>
        <p:spPr>
          <a:xfrm>
            <a:off x="838080" y="182556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9" name="PlaceHolder 3"/>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F2597917-81A1-4307-BE8F-E66F97C0DF8C}" type="slidenum">
              <a:t>‹#›</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71"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72"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73"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74" name="PlaceHolder 5"/>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7" name="PlaceHolder 6"/>
          <p:cNvSpPr>
            <a:spLocks noGrp="1"/>
          </p:cNvSpPr>
          <p:nvPr>
            <p:ph type="ftr" idx="5"/>
          </p:nvPr>
        </p:nvSpPr>
        <p:spPr/>
        <p:txBody>
          <a:bodyPr/>
          <a:lstStyle/>
          <a:p>
            <a:r>
              <a:t>Footer</a:t>
            </a:r>
          </a:p>
        </p:txBody>
      </p:sp>
      <p:sp>
        <p:nvSpPr>
          <p:cNvPr id="8" name="PlaceHolder 7"/>
          <p:cNvSpPr>
            <a:spLocks noGrp="1"/>
          </p:cNvSpPr>
          <p:nvPr>
            <p:ph type="sldNum" idx="6"/>
          </p:nvPr>
        </p:nvSpPr>
        <p:spPr/>
        <p:txBody>
          <a:bodyPr/>
          <a:lstStyle/>
          <a:p>
            <a:fld id="{FC831FE3-C4FA-4F4B-BBEF-DD09D9C382E8}" type="slidenum">
              <a:t>‹#›</a:t>
            </a:fld>
            <a:endParaRPr/>
          </a:p>
        </p:txBody>
      </p:sp>
      <p:sp>
        <p:nvSpPr>
          <p:cNvPr id="9" name="PlaceHolder 8"/>
          <p:cNvSpPr>
            <a:spLocks noGrp="1"/>
          </p:cNvSpPr>
          <p:nvPr>
            <p:ph type="dt" idx="4"/>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76" name="PlaceHolder 2"/>
          <p:cNvSpPr>
            <a:spLocks noGrp="1"/>
          </p:cNvSpPr>
          <p:nvPr>
            <p:ph/>
          </p:nvPr>
        </p:nvSpPr>
        <p:spPr>
          <a:xfrm>
            <a:off x="83808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77" name="PlaceHolder 3"/>
          <p:cNvSpPr>
            <a:spLocks noGrp="1"/>
          </p:cNvSpPr>
          <p:nvPr>
            <p:ph/>
          </p:nvPr>
        </p:nvSpPr>
        <p:spPr>
          <a:xfrm>
            <a:off x="439344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78" name="PlaceHolder 4"/>
          <p:cNvSpPr>
            <a:spLocks noGrp="1"/>
          </p:cNvSpPr>
          <p:nvPr>
            <p:ph/>
          </p:nvPr>
        </p:nvSpPr>
        <p:spPr>
          <a:xfrm>
            <a:off x="794916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79" name="PlaceHolder 5"/>
          <p:cNvSpPr>
            <a:spLocks noGrp="1"/>
          </p:cNvSpPr>
          <p:nvPr>
            <p:ph/>
          </p:nvPr>
        </p:nvSpPr>
        <p:spPr>
          <a:xfrm>
            <a:off x="83808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80" name="PlaceHolder 6"/>
          <p:cNvSpPr>
            <a:spLocks noGrp="1"/>
          </p:cNvSpPr>
          <p:nvPr>
            <p:ph/>
          </p:nvPr>
        </p:nvSpPr>
        <p:spPr>
          <a:xfrm>
            <a:off x="439344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81" name="PlaceHolder 7"/>
          <p:cNvSpPr>
            <a:spLocks noGrp="1"/>
          </p:cNvSpPr>
          <p:nvPr>
            <p:ph/>
          </p:nvPr>
        </p:nvSpPr>
        <p:spPr>
          <a:xfrm>
            <a:off x="794916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9" name="PlaceHolder 8"/>
          <p:cNvSpPr>
            <a:spLocks noGrp="1"/>
          </p:cNvSpPr>
          <p:nvPr>
            <p:ph type="ftr" idx="5"/>
          </p:nvPr>
        </p:nvSpPr>
        <p:spPr/>
        <p:txBody>
          <a:bodyPr/>
          <a:lstStyle/>
          <a:p>
            <a:r>
              <a:t>Footer</a:t>
            </a:r>
          </a:p>
        </p:txBody>
      </p:sp>
      <p:sp>
        <p:nvSpPr>
          <p:cNvPr id="10" name="PlaceHolder 9"/>
          <p:cNvSpPr>
            <a:spLocks noGrp="1"/>
          </p:cNvSpPr>
          <p:nvPr>
            <p:ph type="sldNum" idx="6"/>
          </p:nvPr>
        </p:nvSpPr>
        <p:spPr/>
        <p:txBody>
          <a:bodyPr/>
          <a:lstStyle/>
          <a:p>
            <a:fld id="{4E26B106-2710-475A-A9AE-1F163AE3471F}" type="slidenum">
              <a:t>‹#›</a:t>
            </a:fld>
            <a:endParaRPr/>
          </a:p>
        </p:txBody>
      </p:sp>
      <p:sp>
        <p:nvSpPr>
          <p:cNvPr id="11" name="PlaceHolder 10"/>
          <p:cNvSpPr>
            <a:spLocks noGrp="1"/>
          </p:cNvSpPr>
          <p:nvPr>
            <p:ph type="dt" idx="4"/>
          </p:nvPr>
        </p:nvSpPr>
        <p:spPr/>
        <p:txBody>
          <a:body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lstStyle/>
          <a:p>
            <a:r>
              <a:t>Footer</a:t>
            </a:r>
          </a:p>
        </p:txBody>
      </p:sp>
      <p:sp>
        <p:nvSpPr>
          <p:cNvPr id="3" name="PlaceHolder 2"/>
          <p:cNvSpPr>
            <a:spLocks noGrp="1"/>
          </p:cNvSpPr>
          <p:nvPr>
            <p:ph type="sldNum" idx="9"/>
          </p:nvPr>
        </p:nvSpPr>
        <p:spPr/>
        <p:txBody>
          <a:bodyPr/>
          <a:lstStyle/>
          <a:p>
            <a:fld id="{CC5BB3C6-9F93-4CA3-8FF3-9A4CBECDB11C}" type="slidenum">
              <a:t>‹#›</a:t>
            </a:fld>
            <a:endParaRPr/>
          </a:p>
        </p:txBody>
      </p:sp>
      <p:sp>
        <p:nvSpPr>
          <p:cNvPr id="4" name="PlaceHolder 3"/>
          <p:cNvSpPr>
            <a:spLocks noGrp="1"/>
          </p:cNvSpPr>
          <p:nvPr>
            <p:ph type="dt" idx="7"/>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91"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
        <p:nvSpPr>
          <p:cNvPr id="4" name="PlaceHolder 3"/>
          <p:cNvSpPr>
            <a:spLocks noGrp="1"/>
          </p:cNvSpPr>
          <p:nvPr>
            <p:ph type="ftr" idx="8"/>
          </p:nvPr>
        </p:nvSpPr>
        <p:spPr/>
        <p:txBody>
          <a:bodyPr/>
          <a:lstStyle/>
          <a:p>
            <a:r>
              <a:t>Footer</a:t>
            </a:r>
          </a:p>
        </p:txBody>
      </p:sp>
      <p:sp>
        <p:nvSpPr>
          <p:cNvPr id="5" name="PlaceHolder 4"/>
          <p:cNvSpPr>
            <a:spLocks noGrp="1"/>
          </p:cNvSpPr>
          <p:nvPr>
            <p:ph type="sldNum" idx="9"/>
          </p:nvPr>
        </p:nvSpPr>
        <p:spPr/>
        <p:txBody>
          <a:bodyPr/>
          <a:lstStyle/>
          <a:p>
            <a:fld id="{D33E5831-35B5-4E06-8740-5B32A58D11BD}" type="slidenum">
              <a:t>‹#›</a:t>
            </a:fld>
            <a:endParaRPr/>
          </a:p>
        </p:txBody>
      </p:sp>
      <p:sp>
        <p:nvSpPr>
          <p:cNvPr id="6" name="PlaceHolder 5"/>
          <p:cNvSpPr>
            <a:spLocks noGrp="1"/>
          </p:cNvSpPr>
          <p:nvPr>
            <p:ph type="dt" idx="7"/>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93"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4" name="PlaceHolder 3"/>
          <p:cNvSpPr>
            <a:spLocks noGrp="1"/>
          </p:cNvSpPr>
          <p:nvPr>
            <p:ph type="ftr" idx="8"/>
          </p:nvPr>
        </p:nvSpPr>
        <p:spPr/>
        <p:txBody>
          <a:bodyPr/>
          <a:lstStyle/>
          <a:p>
            <a:r>
              <a:t>Footer</a:t>
            </a:r>
          </a:p>
        </p:txBody>
      </p:sp>
      <p:sp>
        <p:nvSpPr>
          <p:cNvPr id="5" name="PlaceHolder 4"/>
          <p:cNvSpPr>
            <a:spLocks noGrp="1"/>
          </p:cNvSpPr>
          <p:nvPr>
            <p:ph type="sldNum" idx="9"/>
          </p:nvPr>
        </p:nvSpPr>
        <p:spPr/>
        <p:txBody>
          <a:bodyPr/>
          <a:lstStyle/>
          <a:p>
            <a:fld id="{F15DFDF6-13D6-490B-94EF-BC1EC1C26C78}" type="slidenum">
              <a:t>‹#›</a:t>
            </a:fld>
            <a:endParaRPr/>
          </a:p>
        </p:txBody>
      </p:sp>
      <p:sp>
        <p:nvSpPr>
          <p:cNvPr id="6" name="PlaceHolder 5"/>
          <p:cNvSpPr>
            <a:spLocks noGrp="1"/>
          </p:cNvSpPr>
          <p:nvPr>
            <p:ph type="dt" idx="7"/>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95"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96"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5" name="PlaceHolder 4"/>
          <p:cNvSpPr>
            <a:spLocks noGrp="1"/>
          </p:cNvSpPr>
          <p:nvPr>
            <p:ph type="ftr" idx="8"/>
          </p:nvPr>
        </p:nvSpPr>
        <p:spPr/>
        <p:txBody>
          <a:bodyPr/>
          <a:lstStyle/>
          <a:p>
            <a:r>
              <a:t>Footer</a:t>
            </a:r>
          </a:p>
        </p:txBody>
      </p:sp>
      <p:sp>
        <p:nvSpPr>
          <p:cNvPr id="6" name="PlaceHolder 5"/>
          <p:cNvSpPr>
            <a:spLocks noGrp="1"/>
          </p:cNvSpPr>
          <p:nvPr>
            <p:ph type="sldNum" idx="9"/>
          </p:nvPr>
        </p:nvSpPr>
        <p:spPr/>
        <p:txBody>
          <a:bodyPr/>
          <a:lstStyle/>
          <a:p>
            <a:fld id="{DC831EA7-6FF7-4127-9152-FB12A8B56786}" type="slidenum">
              <a:t>‹#›</a:t>
            </a:fld>
            <a:endParaRPr/>
          </a:p>
        </p:txBody>
      </p:sp>
      <p:sp>
        <p:nvSpPr>
          <p:cNvPr id="7" name="PlaceHolder 6"/>
          <p:cNvSpPr>
            <a:spLocks noGrp="1"/>
          </p:cNvSpPr>
          <p:nvPr>
            <p:ph type="dt" idx="7"/>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3" name="PlaceHolder 2"/>
          <p:cNvSpPr>
            <a:spLocks noGrp="1"/>
          </p:cNvSpPr>
          <p:nvPr>
            <p:ph type="ftr" idx="8"/>
          </p:nvPr>
        </p:nvSpPr>
        <p:spPr/>
        <p:txBody>
          <a:bodyPr/>
          <a:lstStyle/>
          <a:p>
            <a:r>
              <a:t>Footer</a:t>
            </a:r>
          </a:p>
        </p:txBody>
      </p:sp>
      <p:sp>
        <p:nvSpPr>
          <p:cNvPr id="4" name="PlaceHolder 3"/>
          <p:cNvSpPr>
            <a:spLocks noGrp="1"/>
          </p:cNvSpPr>
          <p:nvPr>
            <p:ph type="sldNum" idx="9"/>
          </p:nvPr>
        </p:nvSpPr>
        <p:spPr/>
        <p:txBody>
          <a:bodyPr/>
          <a:lstStyle/>
          <a:p>
            <a:fld id="{825339CF-5523-4424-9214-5CD83BFF381A}" type="slidenum">
              <a:t>‹#›</a:t>
            </a:fld>
            <a:endParaRPr/>
          </a:p>
        </p:txBody>
      </p:sp>
      <p:sp>
        <p:nvSpPr>
          <p:cNvPr id="5" name="PlaceHolder 4"/>
          <p:cNvSpPr>
            <a:spLocks noGrp="1"/>
          </p:cNvSpPr>
          <p:nvPr>
            <p:ph type="dt" idx="7"/>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8"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a:endParaRPr>
          </a:p>
        </p:txBody>
      </p:sp>
      <p:sp>
        <p:nvSpPr>
          <p:cNvPr id="3" name="PlaceHolder 2"/>
          <p:cNvSpPr>
            <a:spLocks noGrp="1"/>
          </p:cNvSpPr>
          <p:nvPr>
            <p:ph type="ftr" idx="8"/>
          </p:nvPr>
        </p:nvSpPr>
        <p:spPr/>
        <p:txBody>
          <a:bodyPr/>
          <a:lstStyle/>
          <a:p>
            <a:r>
              <a:t>Footer</a:t>
            </a:r>
          </a:p>
        </p:txBody>
      </p:sp>
      <p:sp>
        <p:nvSpPr>
          <p:cNvPr id="4" name="PlaceHolder 3"/>
          <p:cNvSpPr>
            <a:spLocks noGrp="1"/>
          </p:cNvSpPr>
          <p:nvPr>
            <p:ph type="sldNum" idx="9"/>
          </p:nvPr>
        </p:nvSpPr>
        <p:spPr/>
        <p:txBody>
          <a:bodyPr/>
          <a:lstStyle/>
          <a:p>
            <a:fld id="{1B2D8181-59EF-4210-9611-E6B3C1749310}" type="slidenum">
              <a:t>‹#›</a:t>
            </a:fld>
            <a:endParaRPr/>
          </a:p>
        </p:txBody>
      </p:sp>
      <p:sp>
        <p:nvSpPr>
          <p:cNvPr id="5" name="PlaceHolder 4"/>
          <p:cNvSpPr>
            <a:spLocks noGrp="1"/>
          </p:cNvSpPr>
          <p:nvPr>
            <p:ph type="dt" idx="7"/>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00"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01"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02"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A28C852A-C3C7-484A-9A4E-12894E15955D}" type="slidenum">
              <a:t>‹#›</a:t>
            </a:fld>
            <a:endParaRPr/>
          </a:p>
        </p:txBody>
      </p:sp>
      <p:sp>
        <p:nvSpPr>
          <p:cNvPr id="8" name="PlaceHolder 7"/>
          <p:cNvSpPr>
            <a:spLocks noGrp="1"/>
          </p:cNvSpPr>
          <p:nvPr>
            <p:ph type="dt" idx="7"/>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04"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05"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06" name="PlaceHolder 4"/>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AFA3D17E-597F-4ABE-8AA2-2C839B6C9044}" type="slidenum">
              <a:t>‹#›</a:t>
            </a:fld>
            <a:endParaRPr/>
          </a:p>
        </p:txBody>
      </p:sp>
      <p:sp>
        <p:nvSpPr>
          <p:cNvPr id="8" name="PlaceHolder 7"/>
          <p:cNvSpPr>
            <a:spLocks noGrp="1"/>
          </p:cNvSpPr>
          <p:nvPr>
            <p:ph type="dt" idx="7"/>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08"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09"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10" name="PlaceHolder 4"/>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CA78167A-135F-48EE-A5A3-A66C0F3A89B5}" type="slidenum">
              <a:t>‹#›</a:t>
            </a:fld>
            <a:endParaRPr/>
          </a:p>
        </p:txBody>
      </p:sp>
      <p:sp>
        <p:nvSpPr>
          <p:cNvPr id="8" name="PlaceHolder 7"/>
          <p:cNvSpPr>
            <a:spLocks noGrp="1"/>
          </p:cNvSpPr>
          <p:nvPr>
            <p:ph type="dt" idx="7"/>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12" name="PlaceHolder 2"/>
          <p:cNvSpPr>
            <a:spLocks noGrp="1"/>
          </p:cNvSpPr>
          <p:nvPr>
            <p:ph/>
          </p:nvPr>
        </p:nvSpPr>
        <p:spPr>
          <a:xfrm>
            <a:off x="838080" y="182556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13" name="PlaceHolder 3"/>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5" name="PlaceHolder 4"/>
          <p:cNvSpPr>
            <a:spLocks noGrp="1"/>
          </p:cNvSpPr>
          <p:nvPr>
            <p:ph type="ftr" idx="8"/>
          </p:nvPr>
        </p:nvSpPr>
        <p:spPr/>
        <p:txBody>
          <a:bodyPr/>
          <a:lstStyle/>
          <a:p>
            <a:r>
              <a:t>Footer</a:t>
            </a:r>
          </a:p>
        </p:txBody>
      </p:sp>
      <p:sp>
        <p:nvSpPr>
          <p:cNvPr id="6" name="PlaceHolder 5"/>
          <p:cNvSpPr>
            <a:spLocks noGrp="1"/>
          </p:cNvSpPr>
          <p:nvPr>
            <p:ph type="sldNum" idx="9"/>
          </p:nvPr>
        </p:nvSpPr>
        <p:spPr/>
        <p:txBody>
          <a:bodyPr/>
          <a:lstStyle/>
          <a:p>
            <a:fld id="{202F8A00-3764-48DD-B905-67F180C38169}" type="slidenum">
              <a:t>‹#›</a:t>
            </a:fld>
            <a:endParaRPr/>
          </a:p>
        </p:txBody>
      </p:sp>
      <p:sp>
        <p:nvSpPr>
          <p:cNvPr id="7" name="PlaceHolder 6"/>
          <p:cNvSpPr>
            <a:spLocks noGrp="1"/>
          </p:cNvSpPr>
          <p:nvPr>
            <p:ph type="dt" idx="7"/>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15"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16"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17"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18" name="PlaceHolder 5"/>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7" name="PlaceHolder 6"/>
          <p:cNvSpPr>
            <a:spLocks noGrp="1"/>
          </p:cNvSpPr>
          <p:nvPr>
            <p:ph type="ftr" idx="8"/>
          </p:nvPr>
        </p:nvSpPr>
        <p:spPr/>
        <p:txBody>
          <a:bodyPr/>
          <a:lstStyle/>
          <a:p>
            <a:r>
              <a:t>Footer</a:t>
            </a:r>
          </a:p>
        </p:txBody>
      </p:sp>
      <p:sp>
        <p:nvSpPr>
          <p:cNvPr id="8" name="PlaceHolder 7"/>
          <p:cNvSpPr>
            <a:spLocks noGrp="1"/>
          </p:cNvSpPr>
          <p:nvPr>
            <p:ph type="sldNum" idx="9"/>
          </p:nvPr>
        </p:nvSpPr>
        <p:spPr/>
        <p:txBody>
          <a:bodyPr/>
          <a:lstStyle/>
          <a:p>
            <a:fld id="{190B7134-A581-4E14-98FE-EC0FA6C5293E}" type="slidenum">
              <a:t>‹#›</a:t>
            </a:fld>
            <a:endParaRPr/>
          </a:p>
        </p:txBody>
      </p:sp>
      <p:sp>
        <p:nvSpPr>
          <p:cNvPr id="9" name="PlaceHolder 8"/>
          <p:cNvSpPr>
            <a:spLocks noGrp="1"/>
          </p:cNvSpPr>
          <p:nvPr>
            <p:ph type="dt" idx="7"/>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20" name="PlaceHolder 2"/>
          <p:cNvSpPr>
            <a:spLocks noGrp="1"/>
          </p:cNvSpPr>
          <p:nvPr>
            <p:ph/>
          </p:nvPr>
        </p:nvSpPr>
        <p:spPr>
          <a:xfrm>
            <a:off x="83808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21" name="PlaceHolder 3"/>
          <p:cNvSpPr>
            <a:spLocks noGrp="1"/>
          </p:cNvSpPr>
          <p:nvPr>
            <p:ph/>
          </p:nvPr>
        </p:nvSpPr>
        <p:spPr>
          <a:xfrm>
            <a:off x="439344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22" name="PlaceHolder 4"/>
          <p:cNvSpPr>
            <a:spLocks noGrp="1"/>
          </p:cNvSpPr>
          <p:nvPr>
            <p:ph/>
          </p:nvPr>
        </p:nvSpPr>
        <p:spPr>
          <a:xfrm>
            <a:off x="794916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23" name="PlaceHolder 5"/>
          <p:cNvSpPr>
            <a:spLocks noGrp="1"/>
          </p:cNvSpPr>
          <p:nvPr>
            <p:ph/>
          </p:nvPr>
        </p:nvSpPr>
        <p:spPr>
          <a:xfrm>
            <a:off x="83808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24" name="PlaceHolder 6"/>
          <p:cNvSpPr>
            <a:spLocks noGrp="1"/>
          </p:cNvSpPr>
          <p:nvPr>
            <p:ph/>
          </p:nvPr>
        </p:nvSpPr>
        <p:spPr>
          <a:xfrm>
            <a:off x="439344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25" name="PlaceHolder 7"/>
          <p:cNvSpPr>
            <a:spLocks noGrp="1"/>
          </p:cNvSpPr>
          <p:nvPr>
            <p:ph/>
          </p:nvPr>
        </p:nvSpPr>
        <p:spPr>
          <a:xfrm>
            <a:off x="794916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9" name="PlaceHolder 8"/>
          <p:cNvSpPr>
            <a:spLocks noGrp="1"/>
          </p:cNvSpPr>
          <p:nvPr>
            <p:ph type="ftr" idx="8"/>
          </p:nvPr>
        </p:nvSpPr>
        <p:spPr/>
        <p:txBody>
          <a:bodyPr/>
          <a:lstStyle/>
          <a:p>
            <a:r>
              <a:t>Footer</a:t>
            </a:r>
          </a:p>
        </p:txBody>
      </p:sp>
      <p:sp>
        <p:nvSpPr>
          <p:cNvPr id="10" name="PlaceHolder 9"/>
          <p:cNvSpPr>
            <a:spLocks noGrp="1"/>
          </p:cNvSpPr>
          <p:nvPr>
            <p:ph type="sldNum" idx="9"/>
          </p:nvPr>
        </p:nvSpPr>
        <p:spPr/>
        <p:txBody>
          <a:bodyPr/>
          <a:lstStyle/>
          <a:p>
            <a:fld id="{2E5FD778-6D66-47F0-9B44-2CAB22945FA1}" type="slidenum">
              <a:t>‹#›</a:t>
            </a:fld>
            <a:endParaRPr/>
          </a:p>
        </p:txBody>
      </p:sp>
      <p:sp>
        <p:nvSpPr>
          <p:cNvPr id="11" name="PlaceHolder 10"/>
          <p:cNvSpPr>
            <a:spLocks noGrp="1"/>
          </p:cNvSpPr>
          <p:nvPr>
            <p:ph type="dt" idx="7"/>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lstStyle/>
          <a:p>
            <a:r>
              <a:t>Footer</a:t>
            </a:r>
          </a:p>
        </p:txBody>
      </p:sp>
      <p:sp>
        <p:nvSpPr>
          <p:cNvPr id="3" name="PlaceHolder 2"/>
          <p:cNvSpPr>
            <a:spLocks noGrp="1"/>
          </p:cNvSpPr>
          <p:nvPr>
            <p:ph type="sldNum" idx="12"/>
          </p:nvPr>
        </p:nvSpPr>
        <p:spPr/>
        <p:txBody>
          <a:bodyPr/>
          <a:lstStyle/>
          <a:p>
            <a:fld id="{400B8C10-7320-42FD-B9BC-9211D64007B2}" type="slidenum">
              <a:t>‹#›</a:t>
            </a:fld>
            <a:endParaRPr/>
          </a:p>
        </p:txBody>
      </p:sp>
      <p:sp>
        <p:nvSpPr>
          <p:cNvPr id="4" name="PlaceHolder 3"/>
          <p:cNvSpPr>
            <a:spLocks noGrp="1"/>
          </p:cNvSpPr>
          <p:nvPr>
            <p:ph type="dt" idx="10"/>
          </p:nvPr>
        </p:nvSpPr>
        <p:spPr/>
        <p:txBody>
          <a:body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3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33"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944E12FE-5401-40F9-B817-4E41D1789119}" type="slidenum">
              <a:t>‹#›</a:t>
            </a:fld>
            <a:endParaRPr/>
          </a:p>
        </p:txBody>
      </p:sp>
      <p:sp>
        <p:nvSpPr>
          <p:cNvPr id="6" name="PlaceHolder 5"/>
          <p:cNvSpPr>
            <a:spLocks noGrp="1"/>
          </p:cNvSpPr>
          <p:nvPr>
            <p:ph type="dt" idx="10"/>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35"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60BDC44C-D55D-485C-AE2C-77788DA88A00}" type="slidenum">
              <a:t>‹#›</a:t>
            </a:fld>
            <a:endParaRPr/>
          </a:p>
        </p:txBody>
      </p:sp>
      <p:sp>
        <p:nvSpPr>
          <p:cNvPr id="6" name="PlaceHolder 5"/>
          <p:cNvSpPr>
            <a:spLocks noGrp="1"/>
          </p:cNvSpPr>
          <p:nvPr>
            <p:ph type="dt" idx="10"/>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37"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38"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5" name="PlaceHolder 4"/>
          <p:cNvSpPr>
            <a:spLocks noGrp="1"/>
          </p:cNvSpPr>
          <p:nvPr>
            <p:ph type="ftr" idx="11"/>
          </p:nvPr>
        </p:nvSpPr>
        <p:spPr/>
        <p:txBody>
          <a:bodyPr/>
          <a:lstStyle/>
          <a:p>
            <a:r>
              <a:t>Footer</a:t>
            </a:r>
          </a:p>
        </p:txBody>
      </p:sp>
      <p:sp>
        <p:nvSpPr>
          <p:cNvPr id="6" name="PlaceHolder 5"/>
          <p:cNvSpPr>
            <a:spLocks noGrp="1"/>
          </p:cNvSpPr>
          <p:nvPr>
            <p:ph type="sldNum" idx="12"/>
          </p:nvPr>
        </p:nvSpPr>
        <p:spPr/>
        <p:txBody>
          <a:bodyPr/>
          <a:lstStyle/>
          <a:p>
            <a:fld id="{B4D56B98-B460-4CA5-B427-FB874E172409}" type="slidenum">
              <a:t>‹#›</a:t>
            </a:fld>
            <a:endParaRPr/>
          </a:p>
        </p:txBody>
      </p:sp>
      <p:sp>
        <p:nvSpPr>
          <p:cNvPr id="7" name="PlaceHolder 6"/>
          <p:cNvSpPr>
            <a:spLocks noGrp="1"/>
          </p:cNvSpPr>
          <p:nvPr>
            <p:ph type="dt" idx="10"/>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3" name="PlaceHolder 2"/>
          <p:cNvSpPr>
            <a:spLocks noGrp="1"/>
          </p:cNvSpPr>
          <p:nvPr>
            <p:ph type="ftr" idx="11"/>
          </p:nvPr>
        </p:nvSpPr>
        <p:spPr/>
        <p:txBody>
          <a:bodyPr/>
          <a:lstStyle/>
          <a:p>
            <a:r>
              <a:t>Footer</a:t>
            </a:r>
          </a:p>
        </p:txBody>
      </p:sp>
      <p:sp>
        <p:nvSpPr>
          <p:cNvPr id="4" name="PlaceHolder 3"/>
          <p:cNvSpPr>
            <a:spLocks noGrp="1"/>
          </p:cNvSpPr>
          <p:nvPr>
            <p:ph type="sldNum" idx="12"/>
          </p:nvPr>
        </p:nvSpPr>
        <p:spPr/>
        <p:txBody>
          <a:bodyPr/>
          <a:lstStyle/>
          <a:p>
            <a:fld id="{A9002C42-0AD2-4DC8-BC2D-515C2AF255CF}" type="slidenum">
              <a:t>‹#›</a:t>
            </a:fld>
            <a:endParaRPr/>
          </a:p>
        </p:txBody>
      </p:sp>
      <p:sp>
        <p:nvSpPr>
          <p:cNvPr id="5" name="PlaceHolder 4"/>
          <p:cNvSpPr>
            <a:spLocks noGrp="1"/>
          </p:cNvSpPr>
          <p:nvPr>
            <p:ph type="dt" idx="10"/>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0"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a:endParaRPr>
          </a:p>
        </p:txBody>
      </p:sp>
      <p:sp>
        <p:nvSpPr>
          <p:cNvPr id="3" name="PlaceHolder 2"/>
          <p:cNvSpPr>
            <a:spLocks noGrp="1"/>
          </p:cNvSpPr>
          <p:nvPr>
            <p:ph type="ftr" idx="11"/>
          </p:nvPr>
        </p:nvSpPr>
        <p:spPr/>
        <p:txBody>
          <a:bodyPr/>
          <a:lstStyle/>
          <a:p>
            <a:r>
              <a:t>Footer</a:t>
            </a:r>
          </a:p>
        </p:txBody>
      </p:sp>
      <p:sp>
        <p:nvSpPr>
          <p:cNvPr id="4" name="PlaceHolder 3"/>
          <p:cNvSpPr>
            <a:spLocks noGrp="1"/>
          </p:cNvSpPr>
          <p:nvPr>
            <p:ph type="sldNum" idx="12"/>
          </p:nvPr>
        </p:nvSpPr>
        <p:spPr/>
        <p:txBody>
          <a:bodyPr/>
          <a:lstStyle/>
          <a:p>
            <a:fld id="{6D82105F-67DA-4395-B62E-D7D694CFBEBB}" type="slidenum">
              <a:t>‹#›</a:t>
            </a:fld>
            <a:endParaRPr/>
          </a:p>
        </p:txBody>
      </p:sp>
      <p:sp>
        <p:nvSpPr>
          <p:cNvPr id="5" name="PlaceHolder 4"/>
          <p:cNvSpPr>
            <a:spLocks noGrp="1"/>
          </p:cNvSpPr>
          <p:nvPr>
            <p:ph type="dt" idx="10"/>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42"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43"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44"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11"/>
          </p:nvPr>
        </p:nvSpPr>
        <p:spPr/>
        <p:txBody>
          <a:bodyPr/>
          <a:lstStyle/>
          <a:p>
            <a:r>
              <a:t>Footer</a:t>
            </a:r>
          </a:p>
        </p:txBody>
      </p:sp>
      <p:sp>
        <p:nvSpPr>
          <p:cNvPr id="7" name="PlaceHolder 6"/>
          <p:cNvSpPr>
            <a:spLocks noGrp="1"/>
          </p:cNvSpPr>
          <p:nvPr>
            <p:ph type="sldNum" idx="12"/>
          </p:nvPr>
        </p:nvSpPr>
        <p:spPr/>
        <p:txBody>
          <a:bodyPr/>
          <a:lstStyle/>
          <a:p>
            <a:fld id="{7DA66D16-9288-41E5-B9C7-D746325F41BC}" type="slidenum">
              <a:t>‹#›</a:t>
            </a:fld>
            <a:endParaRPr/>
          </a:p>
        </p:txBody>
      </p:sp>
      <p:sp>
        <p:nvSpPr>
          <p:cNvPr id="8" name="PlaceHolder 7"/>
          <p:cNvSpPr>
            <a:spLocks noGrp="1"/>
          </p:cNvSpPr>
          <p:nvPr>
            <p:ph type="dt" idx="10"/>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46"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47"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48" name="PlaceHolder 4"/>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11"/>
          </p:nvPr>
        </p:nvSpPr>
        <p:spPr/>
        <p:txBody>
          <a:bodyPr/>
          <a:lstStyle/>
          <a:p>
            <a:r>
              <a:t>Footer</a:t>
            </a:r>
          </a:p>
        </p:txBody>
      </p:sp>
      <p:sp>
        <p:nvSpPr>
          <p:cNvPr id="7" name="PlaceHolder 6"/>
          <p:cNvSpPr>
            <a:spLocks noGrp="1"/>
          </p:cNvSpPr>
          <p:nvPr>
            <p:ph type="sldNum" idx="12"/>
          </p:nvPr>
        </p:nvSpPr>
        <p:spPr/>
        <p:txBody>
          <a:bodyPr/>
          <a:lstStyle/>
          <a:p>
            <a:fld id="{CE792BCE-836E-4957-8BE5-F9858A8CCDD9}" type="slidenum">
              <a:t>‹#›</a:t>
            </a:fld>
            <a:endParaRPr/>
          </a:p>
        </p:txBody>
      </p:sp>
      <p:sp>
        <p:nvSpPr>
          <p:cNvPr id="8" name="PlaceHolder 7"/>
          <p:cNvSpPr>
            <a:spLocks noGrp="1"/>
          </p:cNvSpPr>
          <p:nvPr>
            <p:ph type="dt" idx="10"/>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50"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51"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52" name="PlaceHolder 4"/>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11"/>
          </p:nvPr>
        </p:nvSpPr>
        <p:spPr/>
        <p:txBody>
          <a:bodyPr/>
          <a:lstStyle/>
          <a:p>
            <a:r>
              <a:t>Footer</a:t>
            </a:r>
          </a:p>
        </p:txBody>
      </p:sp>
      <p:sp>
        <p:nvSpPr>
          <p:cNvPr id="7" name="PlaceHolder 6"/>
          <p:cNvSpPr>
            <a:spLocks noGrp="1"/>
          </p:cNvSpPr>
          <p:nvPr>
            <p:ph type="sldNum" idx="12"/>
          </p:nvPr>
        </p:nvSpPr>
        <p:spPr/>
        <p:txBody>
          <a:bodyPr/>
          <a:lstStyle/>
          <a:p>
            <a:fld id="{53779F05-5AC6-4032-820E-F578BBC65934}" type="slidenum">
              <a:t>‹#›</a:t>
            </a:fld>
            <a:endParaRPr/>
          </a:p>
        </p:txBody>
      </p:sp>
      <p:sp>
        <p:nvSpPr>
          <p:cNvPr id="8" name="PlaceHolder 7"/>
          <p:cNvSpPr>
            <a:spLocks noGrp="1"/>
          </p:cNvSpPr>
          <p:nvPr>
            <p:ph type="dt" idx="10"/>
          </p:nvPr>
        </p:nvSpPr>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54" name="PlaceHolder 2"/>
          <p:cNvSpPr>
            <a:spLocks noGrp="1"/>
          </p:cNvSpPr>
          <p:nvPr>
            <p:ph/>
          </p:nvPr>
        </p:nvSpPr>
        <p:spPr>
          <a:xfrm>
            <a:off x="838080" y="182556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55" name="PlaceHolder 3"/>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5" name="PlaceHolder 4"/>
          <p:cNvSpPr>
            <a:spLocks noGrp="1"/>
          </p:cNvSpPr>
          <p:nvPr>
            <p:ph type="ftr" idx="11"/>
          </p:nvPr>
        </p:nvSpPr>
        <p:spPr/>
        <p:txBody>
          <a:bodyPr/>
          <a:lstStyle/>
          <a:p>
            <a:r>
              <a:t>Footer</a:t>
            </a:r>
          </a:p>
        </p:txBody>
      </p:sp>
      <p:sp>
        <p:nvSpPr>
          <p:cNvPr id="6" name="PlaceHolder 5"/>
          <p:cNvSpPr>
            <a:spLocks noGrp="1"/>
          </p:cNvSpPr>
          <p:nvPr>
            <p:ph type="sldNum" idx="12"/>
          </p:nvPr>
        </p:nvSpPr>
        <p:spPr/>
        <p:txBody>
          <a:bodyPr/>
          <a:lstStyle/>
          <a:p>
            <a:fld id="{CE523358-1373-4BD1-A83C-62080132440D}" type="slidenum">
              <a:t>‹#›</a:t>
            </a:fld>
            <a:endParaRPr/>
          </a:p>
        </p:txBody>
      </p:sp>
      <p:sp>
        <p:nvSpPr>
          <p:cNvPr id="7" name="PlaceHolder 6"/>
          <p:cNvSpPr>
            <a:spLocks noGrp="1"/>
          </p:cNvSpPr>
          <p:nvPr>
            <p:ph type="dt" idx="10"/>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5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57"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58"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59"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60" name="PlaceHolder 5"/>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7" name="PlaceHolder 6"/>
          <p:cNvSpPr>
            <a:spLocks noGrp="1"/>
          </p:cNvSpPr>
          <p:nvPr>
            <p:ph type="ftr" idx="11"/>
          </p:nvPr>
        </p:nvSpPr>
        <p:spPr/>
        <p:txBody>
          <a:bodyPr/>
          <a:lstStyle/>
          <a:p>
            <a:r>
              <a:t>Footer</a:t>
            </a:r>
          </a:p>
        </p:txBody>
      </p:sp>
      <p:sp>
        <p:nvSpPr>
          <p:cNvPr id="8" name="PlaceHolder 7"/>
          <p:cNvSpPr>
            <a:spLocks noGrp="1"/>
          </p:cNvSpPr>
          <p:nvPr>
            <p:ph type="sldNum" idx="12"/>
          </p:nvPr>
        </p:nvSpPr>
        <p:spPr/>
        <p:txBody>
          <a:bodyPr/>
          <a:lstStyle/>
          <a:p>
            <a:fld id="{2C743295-4DF4-4AE8-853A-CB64D8EBADF0}" type="slidenum">
              <a:t>‹#›</a:t>
            </a:fld>
            <a:endParaRPr/>
          </a:p>
        </p:txBody>
      </p:sp>
      <p:sp>
        <p:nvSpPr>
          <p:cNvPr id="9" name="PlaceHolder 8"/>
          <p:cNvSpPr>
            <a:spLocks noGrp="1"/>
          </p:cNvSpPr>
          <p:nvPr>
            <p:ph type="dt" idx="10"/>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62" name="PlaceHolder 2"/>
          <p:cNvSpPr>
            <a:spLocks noGrp="1"/>
          </p:cNvSpPr>
          <p:nvPr>
            <p:ph/>
          </p:nvPr>
        </p:nvSpPr>
        <p:spPr>
          <a:xfrm>
            <a:off x="83808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63" name="PlaceHolder 3"/>
          <p:cNvSpPr>
            <a:spLocks noGrp="1"/>
          </p:cNvSpPr>
          <p:nvPr>
            <p:ph/>
          </p:nvPr>
        </p:nvSpPr>
        <p:spPr>
          <a:xfrm>
            <a:off x="439344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64" name="PlaceHolder 4"/>
          <p:cNvSpPr>
            <a:spLocks noGrp="1"/>
          </p:cNvSpPr>
          <p:nvPr>
            <p:ph/>
          </p:nvPr>
        </p:nvSpPr>
        <p:spPr>
          <a:xfrm>
            <a:off x="794916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65" name="PlaceHolder 5"/>
          <p:cNvSpPr>
            <a:spLocks noGrp="1"/>
          </p:cNvSpPr>
          <p:nvPr>
            <p:ph/>
          </p:nvPr>
        </p:nvSpPr>
        <p:spPr>
          <a:xfrm>
            <a:off x="83808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66" name="PlaceHolder 6"/>
          <p:cNvSpPr>
            <a:spLocks noGrp="1"/>
          </p:cNvSpPr>
          <p:nvPr>
            <p:ph/>
          </p:nvPr>
        </p:nvSpPr>
        <p:spPr>
          <a:xfrm>
            <a:off x="439344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67" name="PlaceHolder 7"/>
          <p:cNvSpPr>
            <a:spLocks noGrp="1"/>
          </p:cNvSpPr>
          <p:nvPr>
            <p:ph/>
          </p:nvPr>
        </p:nvSpPr>
        <p:spPr>
          <a:xfrm>
            <a:off x="794916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9" name="PlaceHolder 8"/>
          <p:cNvSpPr>
            <a:spLocks noGrp="1"/>
          </p:cNvSpPr>
          <p:nvPr>
            <p:ph type="ftr" idx="11"/>
          </p:nvPr>
        </p:nvSpPr>
        <p:spPr/>
        <p:txBody>
          <a:bodyPr/>
          <a:lstStyle/>
          <a:p>
            <a:r>
              <a:t>Footer</a:t>
            </a:r>
          </a:p>
        </p:txBody>
      </p:sp>
      <p:sp>
        <p:nvSpPr>
          <p:cNvPr id="10" name="PlaceHolder 9"/>
          <p:cNvSpPr>
            <a:spLocks noGrp="1"/>
          </p:cNvSpPr>
          <p:nvPr>
            <p:ph type="sldNum" idx="12"/>
          </p:nvPr>
        </p:nvSpPr>
        <p:spPr/>
        <p:txBody>
          <a:bodyPr/>
          <a:lstStyle/>
          <a:p>
            <a:fld id="{ED10B5E6-DDD2-4DCD-B29C-B36054923A09}" type="slidenum">
              <a:t>‹#›</a:t>
            </a:fld>
            <a:endParaRPr/>
          </a:p>
        </p:txBody>
      </p:sp>
      <p:sp>
        <p:nvSpPr>
          <p:cNvPr id="11" name="PlaceHolder 10"/>
          <p:cNvSpPr>
            <a:spLocks noGrp="1"/>
          </p:cNvSpPr>
          <p:nvPr>
            <p:ph type="dt" idx="10"/>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 Id="rId9" Type="http://schemas.openxmlformats.org/officeDocument/2006/relationships/slideLayout" Target="../slideLayouts/slideLayout45.xml"/><Relationship Id="rId10" Type="http://schemas.openxmlformats.org/officeDocument/2006/relationships/slideLayout" Target="../slideLayouts/slideLayout46.xml"/><Relationship Id="rId11" Type="http://schemas.openxmlformats.org/officeDocument/2006/relationships/slideLayout" Target="../slideLayouts/slideLayout47.xml"/><Relationship Id="rId12" Type="http://schemas.openxmlformats.org/officeDocument/2006/relationships/slideLayout" Target="../slideLayouts/slideLayout48.xml"/><Relationship Id="rId1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anchor="b">
            <a:noAutofit/>
          </a:bodyPr>
          <a:lstStyle/>
          <a:p>
            <a:pPr indent="0" algn="ctr">
              <a:lnSpc>
                <a:spcPct val="90000"/>
              </a:lnSpc>
              <a:buNone/>
            </a:pPr>
            <a:r>
              <a:rPr lang="en-US" sz="6000" b="0" strike="noStrike" spc="-1">
                <a:solidFill>
                  <a:srgbClr val="000000"/>
                </a:solidFill>
                <a:latin typeface="Calibri Light"/>
              </a:rPr>
              <a:t>Click to edit Master title style</a:t>
            </a:r>
            <a:endParaRPr lang="en-US" sz="6000" b="0" strike="noStrike" spc="-1">
              <a:solidFill>
                <a:srgbClr val="000000"/>
              </a:solidFill>
              <a:latin typeface="Calibri"/>
            </a:endParaRPr>
          </a:p>
        </p:txBody>
      </p:sp>
      <p:sp>
        <p:nvSpPr>
          <p:cNvPr id="6" name="PlaceHolder 2"/>
          <p:cNvSpPr>
            <a:spLocks noGrp="1"/>
          </p:cNvSpPr>
          <p:nvPr>
            <p:ph type="dt" idx="1"/>
          </p:nvPr>
        </p:nvSpPr>
        <p:spPr>
          <a:xfrm>
            <a:off x="838080" y="6356520"/>
            <a:ext cx="2742840" cy="364680"/>
          </a:xfrm>
          <a:prstGeom prst="rect">
            <a:avLst/>
          </a:prstGeom>
          <a:noFill/>
          <a:ln w="0">
            <a:noFill/>
          </a:ln>
        </p:spPr>
        <p:txBody>
          <a:bodyPr anchor="ctr">
            <a:noAutofit/>
          </a:bodyPr>
          <a:lstStyle>
            <a:lvl1pPr indent="0">
              <a:lnSpc>
                <a:spcPct val="100000"/>
              </a:lnSpc>
              <a:buNone/>
              <a:defRPr lang="en-IN" sz="1200" b="0" strike="noStrike" spc="-1">
                <a:solidFill>
                  <a:srgbClr val="8B8B8B"/>
                </a:solidFill>
                <a:latin typeface="Calibri"/>
              </a:defRPr>
            </a:lvl1pPr>
          </a:lstStyle>
          <a:p>
            <a:pPr indent="0">
              <a:lnSpc>
                <a:spcPct val="100000"/>
              </a:lnSpc>
              <a:buNone/>
            </a:pPr>
            <a:r>
              <a:rPr lang="en-IN" sz="1200" b="0" strike="noStrike" spc="-1">
                <a:solidFill>
                  <a:srgbClr val="8B8B8B"/>
                </a:solidFill>
                <a:latin typeface="Calibri"/>
              </a:rPr>
              <a:t> </a:t>
            </a:r>
            <a:endParaRPr lang="en-IN" sz="1200" b="0" strike="noStrike" spc="-1">
              <a:solidFill>
                <a:srgbClr val="000000"/>
              </a:solidFill>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anchor="ctr">
            <a:noAutofit/>
          </a:bodyPr>
          <a:lstStyle>
            <a:lvl1pPr indent="0" algn="ctr">
              <a:buNone/>
              <a:defRPr lang="en-IN" sz="1400" b="0" strike="noStrike" spc="-1">
                <a:solidFill>
                  <a:srgbClr val="000000"/>
                </a:solidFill>
                <a:latin typeface="Times New Roman"/>
              </a:defRPr>
            </a:lvl1pPr>
          </a:lstStyle>
          <a:p>
            <a:pPr indent="0" algn="ctr">
              <a:buNone/>
            </a:pPr>
            <a:r>
              <a:rPr lang="en-IN" sz="1400" b="0" strike="noStrike" spc="-1">
                <a:solidFill>
                  <a:srgbClr val="000000"/>
                </a:solidFill>
                <a:latin typeface="Times New Roman"/>
              </a:rPr>
              <a:t> </a:t>
            </a: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anchor="ctr">
            <a:noAutofit/>
          </a:bodyPr>
          <a:lstStyle>
            <a:lvl1pPr indent="0" algn="r">
              <a:lnSpc>
                <a:spcPct val="100000"/>
              </a:lnSpc>
              <a:buNone/>
              <a:defRPr lang="en-IN" sz="1200" b="0" strike="noStrike" spc="-1">
                <a:solidFill>
                  <a:srgbClr val="8B8B8B"/>
                </a:solidFill>
                <a:latin typeface="Calibri"/>
              </a:defRPr>
            </a:lvl1pPr>
          </a:lstStyle>
          <a:p>
            <a:pPr indent="0" algn="r">
              <a:lnSpc>
                <a:spcPct val="100000"/>
              </a:lnSpc>
              <a:buNone/>
            </a:pPr>
            <a:fld id="{342FAEFF-6FBB-452C-8014-E8F53C6588E6}" type="slidenum">
              <a:rPr lang="en-IN" sz="1200" b="0" strike="noStrike" spc="-1">
                <a:solidFill>
                  <a:srgbClr val="8B8B8B"/>
                </a:solidFill>
                <a:latin typeface="Calibri"/>
              </a:rPr>
              <a:t>‹#›</a:t>
            </a:fld>
            <a:endParaRPr lang="en-IN" sz="1200" b="0" strike="noStrike" spc="-1">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lnSpc>
                <a:spcPct val="90000"/>
              </a:lnSpc>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4400" b="0" strike="noStrike" spc="-1">
                <a:solidFill>
                  <a:srgbClr val="000000"/>
                </a:solidFill>
                <a:latin typeface="Calibri Light"/>
              </a:rPr>
              <a:t>Click to edit Master title style</a:t>
            </a:r>
            <a:endParaRPr lang="en-US" sz="4400" b="0" strike="noStrike" spc="-1">
              <a:solidFill>
                <a:srgbClr val="000000"/>
              </a:solidFill>
              <a:latin typeface="Calibri"/>
            </a:endParaRPr>
          </a:p>
        </p:txBody>
      </p:sp>
      <p:sp>
        <p:nvSpPr>
          <p:cNvPr id="42" name="PlaceHolder 2"/>
          <p:cNvSpPr>
            <a:spLocks noGrp="1"/>
          </p:cNvSpPr>
          <p:nvPr>
            <p:ph type="body"/>
          </p:nvPr>
        </p:nvSpPr>
        <p:spPr>
          <a:xfrm>
            <a:off x="838080" y="1825560"/>
            <a:ext cx="10515240" cy="4350960"/>
          </a:xfrm>
          <a:prstGeom prst="rect">
            <a:avLst/>
          </a:prstGeom>
          <a:noFill/>
          <a:ln w="0">
            <a:noFill/>
          </a:ln>
        </p:spPr>
        <p:txBody>
          <a:bodyPr anchor="t">
            <a:noAutofit/>
          </a:bodyPr>
          <a:lstStyle/>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Click to edit Master text styles</a:t>
            </a: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Second level</a:t>
            </a:r>
          </a:p>
          <a:p>
            <a:pPr marL="1143000" lvl="2" indent="-228600">
              <a:lnSpc>
                <a:spcPct val="90000"/>
              </a:lnSpc>
              <a:spcBef>
                <a:spcPts val="499"/>
              </a:spcBef>
              <a:buClr>
                <a:srgbClr val="000000"/>
              </a:buClr>
              <a:buFont typeface="Arial"/>
              <a:buChar char="•"/>
            </a:pPr>
            <a:r>
              <a:rPr lang="en-US" sz="2000" b="0" strike="noStrike" spc="-1">
                <a:solidFill>
                  <a:srgbClr val="000000"/>
                </a:solidFill>
                <a:latin typeface="Calibri"/>
              </a:rPr>
              <a:t>Third level</a:t>
            </a:r>
          </a:p>
          <a:p>
            <a:pPr marL="1600200" lvl="3" indent="-228600">
              <a:lnSpc>
                <a:spcPct val="90000"/>
              </a:lnSpc>
              <a:spcBef>
                <a:spcPts val="499"/>
              </a:spcBef>
              <a:buClr>
                <a:srgbClr val="000000"/>
              </a:buClr>
              <a:buFont typeface="Arial"/>
              <a:buChar char="•"/>
            </a:pPr>
            <a:r>
              <a:rPr lang="en-US" sz="1800" b="0" strike="noStrike" spc="-1">
                <a:solidFill>
                  <a:srgbClr val="000000"/>
                </a:solidFill>
                <a:latin typeface="Calibri"/>
              </a:rPr>
              <a:t>Fourth level</a:t>
            </a:r>
          </a:p>
          <a:p>
            <a:pPr marL="2057400" lvl="4" indent="-228600">
              <a:lnSpc>
                <a:spcPct val="90000"/>
              </a:lnSpc>
              <a:spcBef>
                <a:spcPts val="499"/>
              </a:spcBef>
              <a:buClr>
                <a:srgbClr val="000000"/>
              </a:buClr>
              <a:buFont typeface="Arial"/>
              <a:buChar char="•"/>
            </a:pPr>
            <a:r>
              <a:rPr lang="en-US" sz="1800" b="0" strike="noStrike" spc="-1">
                <a:solidFill>
                  <a:srgbClr val="000000"/>
                </a:solidFill>
                <a:latin typeface="Calibri"/>
              </a:rPr>
              <a:t>Fifth level</a:t>
            </a:r>
          </a:p>
        </p:txBody>
      </p:sp>
      <p:sp>
        <p:nvSpPr>
          <p:cNvPr id="43" name="PlaceHolder 3"/>
          <p:cNvSpPr>
            <a:spLocks noGrp="1"/>
          </p:cNvSpPr>
          <p:nvPr>
            <p:ph type="dt" idx="4"/>
          </p:nvPr>
        </p:nvSpPr>
        <p:spPr>
          <a:xfrm>
            <a:off x="838080" y="6356520"/>
            <a:ext cx="2742840" cy="364680"/>
          </a:xfrm>
          <a:prstGeom prst="rect">
            <a:avLst/>
          </a:prstGeom>
          <a:noFill/>
          <a:ln w="0">
            <a:noFill/>
          </a:ln>
        </p:spPr>
        <p:txBody>
          <a:bodyPr anchor="ctr">
            <a:noAutofit/>
          </a:bodyPr>
          <a:lstStyle>
            <a:lvl1pPr indent="0">
              <a:lnSpc>
                <a:spcPct val="100000"/>
              </a:lnSpc>
              <a:buNone/>
              <a:defRPr lang="en-IN" sz="1200" b="0" strike="noStrike" spc="-1">
                <a:solidFill>
                  <a:srgbClr val="8B8B8B"/>
                </a:solidFill>
                <a:latin typeface="Calibri"/>
              </a:defRPr>
            </a:lvl1pPr>
          </a:lstStyle>
          <a:p>
            <a:pPr indent="0">
              <a:lnSpc>
                <a:spcPct val="100000"/>
              </a:lnSpc>
              <a:buNone/>
            </a:pPr>
            <a:r>
              <a:rPr lang="en-IN" sz="1200" b="0" strike="noStrike" spc="-1">
                <a:solidFill>
                  <a:srgbClr val="8B8B8B"/>
                </a:solidFill>
                <a:latin typeface="Calibri"/>
              </a:rPr>
              <a:t>&lt;date/time&gt;</a:t>
            </a:r>
            <a:endParaRPr lang="en-IN" sz="1200" b="0" strike="noStrike" spc="-1">
              <a:solidFill>
                <a:srgbClr val="000000"/>
              </a:solidFill>
              <a:latin typeface="Times New Roman"/>
            </a:endParaRPr>
          </a:p>
        </p:txBody>
      </p:sp>
      <p:sp>
        <p:nvSpPr>
          <p:cNvPr id="44" name="PlaceHolder 4"/>
          <p:cNvSpPr>
            <a:spLocks noGrp="1"/>
          </p:cNvSpPr>
          <p:nvPr>
            <p:ph type="ftr" idx="5"/>
          </p:nvPr>
        </p:nvSpPr>
        <p:spPr>
          <a:xfrm>
            <a:off x="4038480" y="6356520"/>
            <a:ext cx="4114440" cy="364680"/>
          </a:xfrm>
          <a:prstGeom prst="rect">
            <a:avLst/>
          </a:prstGeom>
          <a:noFill/>
          <a:ln w="0">
            <a:noFill/>
          </a:ln>
        </p:spPr>
        <p:txBody>
          <a:bodyPr anchor="ctr">
            <a:noAutofit/>
          </a:bodyPr>
          <a:lstStyle>
            <a:lvl1pPr indent="0" algn="ctr">
              <a:buNone/>
              <a:defRPr lang="en-IN" sz="1400" b="0" strike="noStrike" spc="-1">
                <a:solidFill>
                  <a:srgbClr val="000000"/>
                </a:solidFill>
                <a:latin typeface="Times New Roman"/>
              </a:defRPr>
            </a:lvl1pPr>
          </a:lstStyle>
          <a:p>
            <a:pPr indent="0" algn="ctr">
              <a:buNone/>
            </a:pPr>
            <a:r>
              <a:rPr lang="en-IN" sz="1400" b="0" strike="noStrike" spc="-1">
                <a:solidFill>
                  <a:srgbClr val="000000"/>
                </a:solidFill>
                <a:latin typeface="Times New Roman"/>
              </a:rPr>
              <a:t>&lt;footer&gt;</a:t>
            </a:r>
          </a:p>
        </p:txBody>
      </p:sp>
      <p:sp>
        <p:nvSpPr>
          <p:cNvPr id="45" name="PlaceHolder 5"/>
          <p:cNvSpPr>
            <a:spLocks noGrp="1"/>
          </p:cNvSpPr>
          <p:nvPr>
            <p:ph type="sldNum" idx="6"/>
          </p:nvPr>
        </p:nvSpPr>
        <p:spPr>
          <a:xfrm>
            <a:off x="8610480" y="6356520"/>
            <a:ext cx="2742840" cy="364680"/>
          </a:xfrm>
          <a:prstGeom prst="rect">
            <a:avLst/>
          </a:prstGeom>
          <a:noFill/>
          <a:ln w="0">
            <a:noFill/>
          </a:ln>
        </p:spPr>
        <p:txBody>
          <a:bodyPr anchor="ctr">
            <a:noAutofit/>
          </a:bodyPr>
          <a:lstStyle>
            <a:lvl1pPr indent="0" algn="r">
              <a:lnSpc>
                <a:spcPct val="100000"/>
              </a:lnSpc>
              <a:buNone/>
              <a:defRPr lang="en-IN" sz="1200" b="0" strike="noStrike" spc="-1">
                <a:solidFill>
                  <a:srgbClr val="8B8B8B"/>
                </a:solidFill>
                <a:latin typeface="Calibri"/>
              </a:defRPr>
            </a:lvl1pPr>
          </a:lstStyle>
          <a:p>
            <a:pPr indent="0" algn="r">
              <a:lnSpc>
                <a:spcPct val="100000"/>
              </a:lnSpc>
              <a:buNone/>
            </a:pPr>
            <a:fld id="{8E91EE80-1F0F-4033-AB1E-1200B051AF1C}" type="slidenum">
              <a:rPr lang="en-IN" sz="1200" b="0" strike="noStrike" spc="-1">
                <a:solidFill>
                  <a:srgbClr val="8B8B8B"/>
                </a:solidFill>
                <a:latin typeface="Calibri"/>
              </a:rPr>
              <a:t>‹#›</a:t>
            </a:fld>
            <a:endParaRPr lang="en-IN"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839880" y="365040"/>
            <a:ext cx="10515240" cy="1325160"/>
          </a:xfrm>
          <a:prstGeom prst="rect">
            <a:avLst/>
          </a:prstGeom>
          <a:noFill/>
          <a:ln w="0">
            <a:noFill/>
          </a:ln>
        </p:spPr>
        <p:txBody>
          <a:bodyPr anchor="ctr">
            <a:noAutofit/>
          </a:bodyPr>
          <a:lstStyle/>
          <a:p>
            <a:pPr indent="0">
              <a:lnSpc>
                <a:spcPct val="90000"/>
              </a:lnSpc>
              <a:buNone/>
            </a:pPr>
            <a:r>
              <a:rPr lang="en-US" sz="4400" b="0" strike="noStrike" spc="-1">
                <a:solidFill>
                  <a:srgbClr val="000000"/>
                </a:solidFill>
                <a:latin typeface="Calibri Light"/>
              </a:rPr>
              <a:t>Click to edit Master title style</a:t>
            </a:r>
            <a:endParaRPr lang="en-US" sz="4400" b="0" strike="noStrike" spc="-1">
              <a:solidFill>
                <a:srgbClr val="000000"/>
              </a:solidFill>
              <a:latin typeface="Calibri"/>
            </a:endParaRPr>
          </a:p>
        </p:txBody>
      </p:sp>
      <p:sp>
        <p:nvSpPr>
          <p:cNvPr id="83" name="PlaceHolder 2"/>
          <p:cNvSpPr>
            <a:spLocks noGrp="1"/>
          </p:cNvSpPr>
          <p:nvPr>
            <p:ph type="body"/>
          </p:nvPr>
        </p:nvSpPr>
        <p:spPr>
          <a:xfrm>
            <a:off x="839880" y="1681200"/>
            <a:ext cx="5157360" cy="823680"/>
          </a:xfrm>
          <a:prstGeom prst="rect">
            <a:avLst/>
          </a:prstGeom>
          <a:noFill/>
          <a:ln w="0">
            <a:noFill/>
          </a:ln>
        </p:spPr>
        <p:txBody>
          <a:bodyPr anchor="b">
            <a:noAutofit/>
          </a:bodyPr>
          <a:lstStyle/>
          <a:p>
            <a:pPr indent="0">
              <a:lnSpc>
                <a:spcPct val="90000"/>
              </a:lnSpc>
              <a:spcBef>
                <a:spcPts val="1001"/>
              </a:spcBef>
              <a:buNone/>
              <a:tabLst>
                <a:tab pos="0" algn="l"/>
              </a:tabLst>
            </a:pPr>
            <a:r>
              <a:rPr lang="en-US" sz="2400" b="1" strike="noStrike" spc="-1">
                <a:solidFill>
                  <a:srgbClr val="000000"/>
                </a:solidFill>
                <a:latin typeface="Calibri"/>
              </a:rPr>
              <a:t>Click to edit Master text styles</a:t>
            </a:r>
            <a:endParaRPr lang="en-US" sz="2400" b="0" strike="noStrike" spc="-1">
              <a:solidFill>
                <a:srgbClr val="000000"/>
              </a:solidFill>
              <a:latin typeface="Calibri"/>
            </a:endParaRPr>
          </a:p>
        </p:txBody>
      </p:sp>
      <p:sp>
        <p:nvSpPr>
          <p:cNvPr id="84" name="PlaceHolder 3"/>
          <p:cNvSpPr>
            <a:spLocks noGrp="1"/>
          </p:cNvSpPr>
          <p:nvPr>
            <p:ph type="body"/>
          </p:nvPr>
        </p:nvSpPr>
        <p:spPr>
          <a:xfrm>
            <a:off x="839880" y="2505240"/>
            <a:ext cx="5157360" cy="3684240"/>
          </a:xfrm>
          <a:prstGeom prst="rect">
            <a:avLst/>
          </a:prstGeom>
          <a:noFill/>
          <a:ln w="0">
            <a:noFill/>
          </a:ln>
        </p:spPr>
        <p:txBody>
          <a:bodyPr anchor="t">
            <a:noAutofit/>
          </a:bodyPr>
          <a:lstStyle/>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Click to edit Master text styles</a:t>
            </a: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Second level</a:t>
            </a:r>
          </a:p>
          <a:p>
            <a:pPr marL="1143000" lvl="2" indent="-228600">
              <a:lnSpc>
                <a:spcPct val="90000"/>
              </a:lnSpc>
              <a:spcBef>
                <a:spcPts val="499"/>
              </a:spcBef>
              <a:buClr>
                <a:srgbClr val="000000"/>
              </a:buClr>
              <a:buFont typeface="Arial"/>
              <a:buChar char="•"/>
            </a:pPr>
            <a:r>
              <a:rPr lang="en-US" sz="2000" b="0" strike="noStrike" spc="-1">
                <a:solidFill>
                  <a:srgbClr val="000000"/>
                </a:solidFill>
                <a:latin typeface="Calibri"/>
              </a:rPr>
              <a:t>Third level</a:t>
            </a:r>
          </a:p>
          <a:p>
            <a:pPr marL="1600200" lvl="3" indent="-228600">
              <a:lnSpc>
                <a:spcPct val="90000"/>
              </a:lnSpc>
              <a:spcBef>
                <a:spcPts val="499"/>
              </a:spcBef>
              <a:buClr>
                <a:srgbClr val="000000"/>
              </a:buClr>
              <a:buFont typeface="Arial"/>
              <a:buChar char="•"/>
            </a:pPr>
            <a:r>
              <a:rPr lang="en-US" sz="1800" b="0" strike="noStrike" spc="-1">
                <a:solidFill>
                  <a:srgbClr val="000000"/>
                </a:solidFill>
                <a:latin typeface="Calibri"/>
              </a:rPr>
              <a:t>Fourth level</a:t>
            </a:r>
          </a:p>
          <a:p>
            <a:pPr marL="2057400" lvl="4" indent="-228600">
              <a:lnSpc>
                <a:spcPct val="90000"/>
              </a:lnSpc>
              <a:spcBef>
                <a:spcPts val="499"/>
              </a:spcBef>
              <a:buClr>
                <a:srgbClr val="000000"/>
              </a:buClr>
              <a:buFont typeface="Arial"/>
              <a:buChar char="•"/>
            </a:pPr>
            <a:r>
              <a:rPr lang="en-US" sz="1800" b="0" strike="noStrike" spc="-1">
                <a:solidFill>
                  <a:srgbClr val="000000"/>
                </a:solidFill>
                <a:latin typeface="Calibri"/>
              </a:rPr>
              <a:t>Fifth level</a:t>
            </a:r>
          </a:p>
        </p:txBody>
      </p:sp>
      <p:sp>
        <p:nvSpPr>
          <p:cNvPr id="85" name="PlaceHolder 4"/>
          <p:cNvSpPr>
            <a:spLocks noGrp="1"/>
          </p:cNvSpPr>
          <p:nvPr>
            <p:ph type="body"/>
          </p:nvPr>
        </p:nvSpPr>
        <p:spPr>
          <a:xfrm>
            <a:off x="6172200" y="1681200"/>
            <a:ext cx="5182920" cy="823680"/>
          </a:xfrm>
          <a:prstGeom prst="rect">
            <a:avLst/>
          </a:prstGeom>
          <a:noFill/>
          <a:ln w="0">
            <a:noFill/>
          </a:ln>
        </p:spPr>
        <p:txBody>
          <a:bodyPr anchor="b">
            <a:noAutofit/>
          </a:bodyPr>
          <a:lstStyle/>
          <a:p>
            <a:pPr indent="0">
              <a:lnSpc>
                <a:spcPct val="90000"/>
              </a:lnSpc>
              <a:spcBef>
                <a:spcPts val="1001"/>
              </a:spcBef>
              <a:buNone/>
              <a:tabLst>
                <a:tab pos="0" algn="l"/>
              </a:tabLst>
            </a:pPr>
            <a:r>
              <a:rPr lang="en-US" sz="2400" b="1" strike="noStrike" spc="-1">
                <a:solidFill>
                  <a:srgbClr val="000000"/>
                </a:solidFill>
                <a:latin typeface="Calibri"/>
              </a:rPr>
              <a:t>Click to edit Master text styles</a:t>
            </a:r>
            <a:endParaRPr lang="en-US" sz="2400" b="0" strike="noStrike" spc="-1">
              <a:solidFill>
                <a:srgbClr val="000000"/>
              </a:solidFill>
              <a:latin typeface="Calibri"/>
            </a:endParaRPr>
          </a:p>
        </p:txBody>
      </p:sp>
      <p:sp>
        <p:nvSpPr>
          <p:cNvPr id="86" name="PlaceHolder 5"/>
          <p:cNvSpPr>
            <a:spLocks noGrp="1"/>
          </p:cNvSpPr>
          <p:nvPr>
            <p:ph type="body"/>
          </p:nvPr>
        </p:nvSpPr>
        <p:spPr>
          <a:xfrm>
            <a:off x="6172200" y="2505240"/>
            <a:ext cx="5182920" cy="3684240"/>
          </a:xfrm>
          <a:prstGeom prst="rect">
            <a:avLst/>
          </a:prstGeom>
          <a:noFill/>
          <a:ln w="0">
            <a:noFill/>
          </a:ln>
        </p:spPr>
        <p:txBody>
          <a:bodyPr anchor="t">
            <a:noAutofit/>
          </a:bodyPr>
          <a:lstStyle/>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Click to edit Master text styles</a:t>
            </a: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Second level</a:t>
            </a:r>
          </a:p>
          <a:p>
            <a:pPr marL="1143000" lvl="2" indent="-228600">
              <a:lnSpc>
                <a:spcPct val="90000"/>
              </a:lnSpc>
              <a:spcBef>
                <a:spcPts val="499"/>
              </a:spcBef>
              <a:buClr>
                <a:srgbClr val="000000"/>
              </a:buClr>
              <a:buFont typeface="Arial"/>
              <a:buChar char="•"/>
            </a:pPr>
            <a:r>
              <a:rPr lang="en-US" sz="2000" b="0" strike="noStrike" spc="-1">
                <a:solidFill>
                  <a:srgbClr val="000000"/>
                </a:solidFill>
                <a:latin typeface="Calibri"/>
              </a:rPr>
              <a:t>Third level</a:t>
            </a:r>
          </a:p>
          <a:p>
            <a:pPr marL="1600200" lvl="3" indent="-228600">
              <a:lnSpc>
                <a:spcPct val="90000"/>
              </a:lnSpc>
              <a:spcBef>
                <a:spcPts val="499"/>
              </a:spcBef>
              <a:buClr>
                <a:srgbClr val="000000"/>
              </a:buClr>
              <a:buFont typeface="Arial"/>
              <a:buChar char="•"/>
            </a:pPr>
            <a:r>
              <a:rPr lang="en-US" sz="1800" b="0" strike="noStrike" spc="-1">
                <a:solidFill>
                  <a:srgbClr val="000000"/>
                </a:solidFill>
                <a:latin typeface="Calibri"/>
              </a:rPr>
              <a:t>Fourth level</a:t>
            </a:r>
          </a:p>
          <a:p>
            <a:pPr marL="2057400" lvl="4" indent="-228600">
              <a:lnSpc>
                <a:spcPct val="90000"/>
              </a:lnSpc>
              <a:spcBef>
                <a:spcPts val="499"/>
              </a:spcBef>
              <a:buClr>
                <a:srgbClr val="000000"/>
              </a:buClr>
              <a:buFont typeface="Arial"/>
              <a:buChar char="•"/>
            </a:pPr>
            <a:r>
              <a:rPr lang="en-US" sz="1800" b="0" strike="noStrike" spc="-1">
                <a:solidFill>
                  <a:srgbClr val="000000"/>
                </a:solidFill>
                <a:latin typeface="Calibri"/>
              </a:rPr>
              <a:t>Fifth level</a:t>
            </a:r>
          </a:p>
        </p:txBody>
      </p:sp>
      <p:sp>
        <p:nvSpPr>
          <p:cNvPr id="87" name="PlaceHolder 6"/>
          <p:cNvSpPr>
            <a:spLocks noGrp="1"/>
          </p:cNvSpPr>
          <p:nvPr>
            <p:ph type="dt" idx="7"/>
          </p:nvPr>
        </p:nvSpPr>
        <p:spPr>
          <a:xfrm>
            <a:off x="838080" y="6356520"/>
            <a:ext cx="2742840" cy="364680"/>
          </a:xfrm>
          <a:prstGeom prst="rect">
            <a:avLst/>
          </a:prstGeom>
          <a:noFill/>
          <a:ln w="0">
            <a:noFill/>
          </a:ln>
        </p:spPr>
        <p:txBody>
          <a:bodyPr anchor="ctr">
            <a:noAutofit/>
          </a:bodyPr>
          <a:lstStyle>
            <a:lvl1pPr indent="0">
              <a:lnSpc>
                <a:spcPct val="100000"/>
              </a:lnSpc>
              <a:buNone/>
              <a:defRPr lang="en-IN" sz="1200" b="0" strike="noStrike" spc="-1">
                <a:solidFill>
                  <a:srgbClr val="8B8B8B"/>
                </a:solidFill>
                <a:latin typeface="Calibri"/>
              </a:defRPr>
            </a:lvl1pPr>
          </a:lstStyle>
          <a:p>
            <a:pPr indent="0">
              <a:lnSpc>
                <a:spcPct val="100000"/>
              </a:lnSpc>
              <a:buNone/>
            </a:pPr>
            <a:r>
              <a:rPr lang="en-IN" sz="1200" b="0" strike="noStrike" spc="-1">
                <a:solidFill>
                  <a:srgbClr val="8B8B8B"/>
                </a:solidFill>
                <a:latin typeface="Calibri"/>
              </a:rPr>
              <a:t>&lt;date/time&gt;</a:t>
            </a:r>
            <a:endParaRPr lang="en-IN" sz="1200" b="0" strike="noStrike" spc="-1">
              <a:solidFill>
                <a:srgbClr val="000000"/>
              </a:solidFill>
              <a:latin typeface="Times New Roman"/>
            </a:endParaRPr>
          </a:p>
        </p:txBody>
      </p:sp>
      <p:sp>
        <p:nvSpPr>
          <p:cNvPr id="88" name="PlaceHolder 7"/>
          <p:cNvSpPr>
            <a:spLocks noGrp="1"/>
          </p:cNvSpPr>
          <p:nvPr>
            <p:ph type="ftr" idx="8"/>
          </p:nvPr>
        </p:nvSpPr>
        <p:spPr>
          <a:xfrm>
            <a:off x="4038480" y="6356520"/>
            <a:ext cx="4114440" cy="364680"/>
          </a:xfrm>
          <a:prstGeom prst="rect">
            <a:avLst/>
          </a:prstGeom>
          <a:noFill/>
          <a:ln w="0">
            <a:noFill/>
          </a:ln>
        </p:spPr>
        <p:txBody>
          <a:bodyPr anchor="ctr">
            <a:noAutofit/>
          </a:bodyPr>
          <a:lstStyle>
            <a:lvl1pPr indent="0" algn="ctr">
              <a:buNone/>
              <a:defRPr lang="en-IN" sz="1400" b="0" strike="noStrike" spc="-1">
                <a:solidFill>
                  <a:srgbClr val="000000"/>
                </a:solidFill>
                <a:latin typeface="Times New Roman"/>
              </a:defRPr>
            </a:lvl1pPr>
          </a:lstStyle>
          <a:p>
            <a:pPr indent="0" algn="ctr">
              <a:buNone/>
            </a:pPr>
            <a:r>
              <a:rPr lang="en-IN" sz="1400" b="0" strike="noStrike" spc="-1">
                <a:solidFill>
                  <a:srgbClr val="000000"/>
                </a:solidFill>
                <a:latin typeface="Times New Roman"/>
              </a:rPr>
              <a:t>&lt;footer&gt;</a:t>
            </a:r>
          </a:p>
        </p:txBody>
      </p:sp>
      <p:sp>
        <p:nvSpPr>
          <p:cNvPr id="89" name="PlaceHolder 8"/>
          <p:cNvSpPr>
            <a:spLocks noGrp="1"/>
          </p:cNvSpPr>
          <p:nvPr>
            <p:ph type="sldNum" idx="9"/>
          </p:nvPr>
        </p:nvSpPr>
        <p:spPr>
          <a:xfrm>
            <a:off x="8610480" y="6356520"/>
            <a:ext cx="2742840" cy="364680"/>
          </a:xfrm>
          <a:prstGeom prst="rect">
            <a:avLst/>
          </a:prstGeom>
          <a:noFill/>
          <a:ln w="0">
            <a:noFill/>
          </a:ln>
        </p:spPr>
        <p:txBody>
          <a:bodyPr anchor="ctr">
            <a:noAutofit/>
          </a:bodyPr>
          <a:lstStyle>
            <a:lvl1pPr indent="0" algn="r">
              <a:lnSpc>
                <a:spcPct val="100000"/>
              </a:lnSpc>
              <a:buNone/>
              <a:defRPr lang="en-IN" sz="1200" b="0" strike="noStrike" spc="-1">
                <a:solidFill>
                  <a:srgbClr val="8B8B8B"/>
                </a:solidFill>
                <a:latin typeface="Calibri"/>
              </a:defRPr>
            </a:lvl1pPr>
          </a:lstStyle>
          <a:p>
            <a:pPr indent="0" algn="r">
              <a:lnSpc>
                <a:spcPct val="100000"/>
              </a:lnSpc>
              <a:buNone/>
            </a:pPr>
            <a:fld id="{EC39E001-21ED-4A7B-B58C-90719E36BE19}" type="slidenum">
              <a:rPr lang="en-IN" sz="1200" b="0" strike="noStrike" spc="-1">
                <a:solidFill>
                  <a:srgbClr val="8B8B8B"/>
                </a:solidFill>
                <a:latin typeface="Calibri"/>
              </a:rPr>
              <a:t>‹#›</a:t>
            </a:fld>
            <a:endParaRPr lang="en-IN"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6"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4400" b="0" strike="noStrike" spc="-1">
                <a:solidFill>
                  <a:srgbClr val="000000"/>
                </a:solidFill>
                <a:latin typeface="Calibri Light"/>
              </a:rPr>
              <a:t>Click to edit Master title style</a:t>
            </a:r>
            <a:endParaRPr lang="en-US" sz="4400" b="0" strike="noStrike" spc="-1">
              <a:solidFill>
                <a:srgbClr val="000000"/>
              </a:solidFill>
              <a:latin typeface="Calibri"/>
            </a:endParaRPr>
          </a:p>
        </p:txBody>
      </p:sp>
      <p:sp>
        <p:nvSpPr>
          <p:cNvPr id="127" name="PlaceHolder 2"/>
          <p:cNvSpPr>
            <a:spLocks noGrp="1"/>
          </p:cNvSpPr>
          <p:nvPr>
            <p:ph type="body"/>
          </p:nvPr>
        </p:nvSpPr>
        <p:spPr>
          <a:xfrm>
            <a:off x="838080" y="1825560"/>
            <a:ext cx="5181120" cy="4350960"/>
          </a:xfrm>
          <a:prstGeom prst="rect">
            <a:avLst/>
          </a:prstGeom>
          <a:noFill/>
          <a:ln w="0">
            <a:noFill/>
          </a:ln>
        </p:spPr>
        <p:txBody>
          <a:bodyPr anchor="t">
            <a:noAutofit/>
          </a:bodyPr>
          <a:lstStyle/>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Click to edit Master text styles</a:t>
            </a: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Second level</a:t>
            </a:r>
          </a:p>
          <a:p>
            <a:pPr marL="1143000" lvl="2" indent="-228600">
              <a:lnSpc>
                <a:spcPct val="90000"/>
              </a:lnSpc>
              <a:spcBef>
                <a:spcPts val="499"/>
              </a:spcBef>
              <a:buClr>
                <a:srgbClr val="000000"/>
              </a:buClr>
              <a:buFont typeface="Arial"/>
              <a:buChar char="•"/>
            </a:pPr>
            <a:r>
              <a:rPr lang="en-US" sz="2000" b="0" strike="noStrike" spc="-1">
                <a:solidFill>
                  <a:srgbClr val="000000"/>
                </a:solidFill>
                <a:latin typeface="Calibri"/>
              </a:rPr>
              <a:t>Third level</a:t>
            </a:r>
          </a:p>
          <a:p>
            <a:pPr marL="1600200" lvl="3" indent="-228600">
              <a:lnSpc>
                <a:spcPct val="90000"/>
              </a:lnSpc>
              <a:spcBef>
                <a:spcPts val="499"/>
              </a:spcBef>
              <a:buClr>
                <a:srgbClr val="000000"/>
              </a:buClr>
              <a:buFont typeface="Arial"/>
              <a:buChar char="•"/>
            </a:pPr>
            <a:r>
              <a:rPr lang="en-US" sz="1800" b="0" strike="noStrike" spc="-1">
                <a:solidFill>
                  <a:srgbClr val="000000"/>
                </a:solidFill>
                <a:latin typeface="Calibri"/>
              </a:rPr>
              <a:t>Fourth level</a:t>
            </a:r>
          </a:p>
          <a:p>
            <a:pPr marL="2057400" lvl="4" indent="-228600">
              <a:lnSpc>
                <a:spcPct val="90000"/>
              </a:lnSpc>
              <a:spcBef>
                <a:spcPts val="499"/>
              </a:spcBef>
              <a:buClr>
                <a:srgbClr val="000000"/>
              </a:buClr>
              <a:buFont typeface="Arial"/>
              <a:buChar char="•"/>
            </a:pPr>
            <a:r>
              <a:rPr lang="en-US" sz="1800" b="0" strike="noStrike" spc="-1">
                <a:solidFill>
                  <a:srgbClr val="000000"/>
                </a:solidFill>
                <a:latin typeface="Calibri"/>
              </a:rPr>
              <a:t>Fifth level</a:t>
            </a:r>
          </a:p>
        </p:txBody>
      </p:sp>
      <p:sp>
        <p:nvSpPr>
          <p:cNvPr id="128" name="PlaceHolder 3"/>
          <p:cNvSpPr>
            <a:spLocks noGrp="1"/>
          </p:cNvSpPr>
          <p:nvPr>
            <p:ph type="body"/>
          </p:nvPr>
        </p:nvSpPr>
        <p:spPr>
          <a:xfrm>
            <a:off x="6172200" y="1825560"/>
            <a:ext cx="5181120" cy="4350960"/>
          </a:xfrm>
          <a:prstGeom prst="rect">
            <a:avLst/>
          </a:prstGeom>
          <a:noFill/>
          <a:ln w="0">
            <a:noFill/>
          </a:ln>
        </p:spPr>
        <p:txBody>
          <a:bodyPr anchor="t">
            <a:noAutofit/>
          </a:bodyPr>
          <a:lstStyle/>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Click to edit Master text styles</a:t>
            </a: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Second level</a:t>
            </a:r>
          </a:p>
          <a:p>
            <a:pPr marL="1143000" lvl="2" indent="-228600">
              <a:lnSpc>
                <a:spcPct val="90000"/>
              </a:lnSpc>
              <a:spcBef>
                <a:spcPts val="499"/>
              </a:spcBef>
              <a:buClr>
                <a:srgbClr val="000000"/>
              </a:buClr>
              <a:buFont typeface="Arial"/>
              <a:buChar char="•"/>
            </a:pPr>
            <a:r>
              <a:rPr lang="en-US" sz="2000" b="0" strike="noStrike" spc="-1">
                <a:solidFill>
                  <a:srgbClr val="000000"/>
                </a:solidFill>
                <a:latin typeface="Calibri"/>
              </a:rPr>
              <a:t>Third level</a:t>
            </a:r>
          </a:p>
          <a:p>
            <a:pPr marL="1600200" lvl="3" indent="-228600">
              <a:lnSpc>
                <a:spcPct val="90000"/>
              </a:lnSpc>
              <a:spcBef>
                <a:spcPts val="499"/>
              </a:spcBef>
              <a:buClr>
                <a:srgbClr val="000000"/>
              </a:buClr>
              <a:buFont typeface="Arial"/>
              <a:buChar char="•"/>
            </a:pPr>
            <a:r>
              <a:rPr lang="en-US" sz="1800" b="0" strike="noStrike" spc="-1">
                <a:solidFill>
                  <a:srgbClr val="000000"/>
                </a:solidFill>
                <a:latin typeface="Calibri"/>
              </a:rPr>
              <a:t>Fourth level</a:t>
            </a:r>
          </a:p>
          <a:p>
            <a:pPr marL="2057400" lvl="4" indent="-228600">
              <a:lnSpc>
                <a:spcPct val="90000"/>
              </a:lnSpc>
              <a:spcBef>
                <a:spcPts val="499"/>
              </a:spcBef>
              <a:buClr>
                <a:srgbClr val="000000"/>
              </a:buClr>
              <a:buFont typeface="Arial"/>
              <a:buChar char="•"/>
            </a:pPr>
            <a:r>
              <a:rPr lang="en-US" sz="1800" b="0" strike="noStrike" spc="-1">
                <a:solidFill>
                  <a:srgbClr val="000000"/>
                </a:solidFill>
                <a:latin typeface="Calibri"/>
              </a:rPr>
              <a:t>Fifth level</a:t>
            </a:r>
          </a:p>
        </p:txBody>
      </p:sp>
      <p:sp>
        <p:nvSpPr>
          <p:cNvPr id="129" name="PlaceHolder 4"/>
          <p:cNvSpPr>
            <a:spLocks noGrp="1"/>
          </p:cNvSpPr>
          <p:nvPr>
            <p:ph type="dt" idx="10"/>
          </p:nvPr>
        </p:nvSpPr>
        <p:spPr>
          <a:xfrm>
            <a:off x="838080" y="6356520"/>
            <a:ext cx="2742840" cy="364680"/>
          </a:xfrm>
          <a:prstGeom prst="rect">
            <a:avLst/>
          </a:prstGeom>
          <a:noFill/>
          <a:ln w="0">
            <a:noFill/>
          </a:ln>
        </p:spPr>
        <p:txBody>
          <a:bodyPr anchor="ctr">
            <a:noAutofit/>
          </a:bodyPr>
          <a:lstStyle>
            <a:lvl1pPr indent="0">
              <a:lnSpc>
                <a:spcPct val="100000"/>
              </a:lnSpc>
              <a:buNone/>
              <a:defRPr lang="en-IN" sz="1200" b="0" strike="noStrike" spc="-1">
                <a:solidFill>
                  <a:srgbClr val="8B8B8B"/>
                </a:solidFill>
                <a:latin typeface="Calibri"/>
              </a:defRPr>
            </a:lvl1pPr>
          </a:lstStyle>
          <a:p>
            <a:pPr indent="0">
              <a:lnSpc>
                <a:spcPct val="100000"/>
              </a:lnSpc>
              <a:buNone/>
            </a:pPr>
            <a:r>
              <a:rPr lang="en-IN" sz="1200" b="0" strike="noStrike" spc="-1">
                <a:solidFill>
                  <a:srgbClr val="8B8B8B"/>
                </a:solidFill>
                <a:latin typeface="Calibri"/>
              </a:rPr>
              <a:t>&lt;date/time&gt;</a:t>
            </a:r>
            <a:endParaRPr lang="en-IN" sz="1200" b="0" strike="noStrike" spc="-1">
              <a:solidFill>
                <a:srgbClr val="000000"/>
              </a:solidFill>
              <a:latin typeface="Times New Roman"/>
            </a:endParaRPr>
          </a:p>
        </p:txBody>
      </p:sp>
      <p:sp>
        <p:nvSpPr>
          <p:cNvPr id="130" name="PlaceHolder 5"/>
          <p:cNvSpPr>
            <a:spLocks noGrp="1"/>
          </p:cNvSpPr>
          <p:nvPr>
            <p:ph type="ftr" idx="11"/>
          </p:nvPr>
        </p:nvSpPr>
        <p:spPr>
          <a:xfrm>
            <a:off x="4038480" y="6356520"/>
            <a:ext cx="4114440" cy="364680"/>
          </a:xfrm>
          <a:prstGeom prst="rect">
            <a:avLst/>
          </a:prstGeom>
          <a:noFill/>
          <a:ln w="0">
            <a:noFill/>
          </a:ln>
        </p:spPr>
        <p:txBody>
          <a:bodyPr anchor="ctr">
            <a:noAutofit/>
          </a:bodyPr>
          <a:lstStyle>
            <a:lvl1pPr indent="0" algn="ctr">
              <a:buNone/>
              <a:defRPr lang="en-IN" sz="1400" b="0" strike="noStrike" spc="-1">
                <a:solidFill>
                  <a:srgbClr val="000000"/>
                </a:solidFill>
                <a:latin typeface="Times New Roman"/>
              </a:defRPr>
            </a:lvl1pPr>
          </a:lstStyle>
          <a:p>
            <a:pPr indent="0" algn="ctr">
              <a:buNone/>
            </a:pPr>
            <a:r>
              <a:rPr lang="en-IN" sz="1400" b="0" strike="noStrike" spc="-1">
                <a:solidFill>
                  <a:srgbClr val="000000"/>
                </a:solidFill>
                <a:latin typeface="Times New Roman"/>
              </a:rPr>
              <a:t>&lt;footer&gt;</a:t>
            </a:r>
          </a:p>
        </p:txBody>
      </p:sp>
      <p:sp>
        <p:nvSpPr>
          <p:cNvPr id="131" name="PlaceHolder 6"/>
          <p:cNvSpPr>
            <a:spLocks noGrp="1"/>
          </p:cNvSpPr>
          <p:nvPr>
            <p:ph type="sldNum" idx="12"/>
          </p:nvPr>
        </p:nvSpPr>
        <p:spPr>
          <a:xfrm>
            <a:off x="8610480" y="6356520"/>
            <a:ext cx="2742840" cy="364680"/>
          </a:xfrm>
          <a:prstGeom prst="rect">
            <a:avLst/>
          </a:prstGeom>
          <a:noFill/>
          <a:ln w="0">
            <a:noFill/>
          </a:ln>
        </p:spPr>
        <p:txBody>
          <a:bodyPr anchor="ctr">
            <a:noAutofit/>
          </a:bodyPr>
          <a:lstStyle>
            <a:lvl1pPr indent="0" algn="r">
              <a:lnSpc>
                <a:spcPct val="100000"/>
              </a:lnSpc>
              <a:buNone/>
              <a:defRPr lang="en-IN" sz="1200" b="0" strike="noStrike" spc="-1">
                <a:solidFill>
                  <a:srgbClr val="8B8B8B"/>
                </a:solidFill>
                <a:latin typeface="Calibri"/>
              </a:defRPr>
            </a:lvl1pPr>
          </a:lstStyle>
          <a:p>
            <a:pPr indent="0" algn="r">
              <a:lnSpc>
                <a:spcPct val="100000"/>
              </a:lnSpc>
              <a:buNone/>
            </a:pPr>
            <a:fld id="{01ECD2F2-EC6D-4F8D-96A4-4FF9F35AD631}" type="slidenum">
              <a:rPr lang="en-IN" sz="1200" b="0" strike="noStrike" spc="-1">
                <a:solidFill>
                  <a:srgbClr val="8B8B8B"/>
                </a:solidFill>
                <a:latin typeface="Calibri"/>
              </a:rPr>
              <a:t>‹#›</a:t>
            </a:fld>
            <a:endParaRPr lang="en-IN"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172440" y="0"/>
            <a:ext cx="11698719" cy="4580280"/>
          </a:xfrm>
          <a:prstGeom prst="rect">
            <a:avLst/>
          </a:prstGeom>
          <a:noFill/>
          <a:ln w="0">
            <a:noFill/>
          </a:ln>
        </p:spPr>
        <p:txBody>
          <a:bodyPr anchor="b">
            <a:normAutofit fontScale="90000"/>
          </a:bodyPr>
          <a:lstStyle/>
          <a:p>
            <a:pPr marL="652680" indent="0" algn="ctr">
              <a:lnSpc>
                <a:spcPct val="150000"/>
              </a:lnSpc>
              <a:buNone/>
            </a:pPr>
            <a:r>
              <a:rPr lang="en-US" sz="2800" b="1" strike="noStrike" spc="-1" dirty="0">
                <a:solidFill>
                  <a:srgbClr val="000000"/>
                </a:solidFill>
                <a:latin typeface="Times New Roman" panose="02020603050405020304" pitchFamily="18" charset="0"/>
                <a:ea typeface="Times New Roman"/>
                <a:cs typeface="Times New Roman" panose="02020603050405020304" pitchFamily="18" charset="0"/>
              </a:rPr>
              <a:t>DEPARTMENT</a:t>
            </a:r>
            <a:r>
              <a:rPr lang="en-US" sz="2800" b="1" strike="noStrike" spc="-21" dirty="0">
                <a:solidFill>
                  <a:srgbClr val="000000"/>
                </a:solidFill>
                <a:latin typeface="Times New Roman" panose="02020603050405020304" pitchFamily="18" charset="0"/>
                <a:ea typeface="Times New Roman"/>
                <a:cs typeface="Times New Roman" panose="02020603050405020304" pitchFamily="18" charset="0"/>
              </a:rPr>
              <a:t> </a:t>
            </a:r>
            <a:r>
              <a:rPr lang="en-US" sz="2800" b="1" strike="noStrike" spc="-1" dirty="0">
                <a:solidFill>
                  <a:srgbClr val="000000"/>
                </a:solidFill>
                <a:latin typeface="Times New Roman" panose="02020603050405020304" pitchFamily="18" charset="0"/>
                <a:ea typeface="Times New Roman"/>
                <a:cs typeface="Times New Roman" panose="02020603050405020304" pitchFamily="18" charset="0"/>
              </a:rPr>
              <a:t>OF</a:t>
            </a:r>
            <a:r>
              <a:rPr lang="en-US" sz="2800" b="1" strike="noStrike" spc="-15" dirty="0">
                <a:solidFill>
                  <a:srgbClr val="000000"/>
                </a:solidFill>
                <a:latin typeface="Times New Roman" panose="02020603050405020304" pitchFamily="18" charset="0"/>
                <a:ea typeface="Times New Roman"/>
                <a:cs typeface="Times New Roman" panose="02020603050405020304" pitchFamily="18" charset="0"/>
              </a:rPr>
              <a:t> </a:t>
            </a:r>
            <a:r>
              <a:rPr lang="en-US" sz="2800" b="1" strike="noStrike" spc="-1" dirty="0">
                <a:solidFill>
                  <a:srgbClr val="000000"/>
                </a:solidFill>
                <a:latin typeface="Times New Roman" panose="02020603050405020304" pitchFamily="18" charset="0"/>
                <a:ea typeface="Times New Roman"/>
                <a:cs typeface="Times New Roman" panose="02020603050405020304" pitchFamily="18" charset="0"/>
              </a:rPr>
              <a:t>COMPUTER SCIENCE AND</a:t>
            </a:r>
            <a:r>
              <a:rPr lang="en-US" sz="2800" b="1" strike="noStrike" spc="-32" dirty="0">
                <a:solidFill>
                  <a:srgbClr val="000000"/>
                </a:solidFill>
                <a:latin typeface="Times New Roman" panose="02020603050405020304" pitchFamily="18" charset="0"/>
                <a:ea typeface="Times New Roman"/>
                <a:cs typeface="Times New Roman" panose="02020603050405020304" pitchFamily="18" charset="0"/>
              </a:rPr>
              <a:t> </a:t>
            </a:r>
            <a:r>
              <a:rPr lang="en-IN" sz="2800" b="1" strike="noStrike" spc="-1" dirty="0">
                <a:solidFill>
                  <a:srgbClr val="000000"/>
                </a:solidFill>
                <a:latin typeface="Times New Roman" panose="02020603050405020304" pitchFamily="18" charset="0"/>
                <a:ea typeface="Times New Roman"/>
                <a:cs typeface="Times New Roman" panose="02020603050405020304" pitchFamily="18" charset="0"/>
              </a:rPr>
              <a:t>SYSTEMS ENGINEERING</a:t>
            </a:r>
            <a:br>
              <a:rPr sz="2800" dirty="0">
                <a:latin typeface="Times New Roman" panose="02020603050405020304" pitchFamily="18" charset="0"/>
                <a:cs typeface="Times New Roman" panose="02020603050405020304" pitchFamily="18" charset="0"/>
              </a:rPr>
            </a:br>
            <a:r>
              <a:rPr lang="en-US" sz="2800" b="1" strike="noStrike" spc="-1" dirty="0">
                <a:solidFill>
                  <a:srgbClr val="000000"/>
                </a:solidFill>
                <a:latin typeface="Times New Roman" panose="02020603050405020304" pitchFamily="18" charset="0"/>
                <a:ea typeface="Times New Roman"/>
                <a:cs typeface="Times New Roman" panose="02020603050405020304" pitchFamily="18" charset="0"/>
              </a:rPr>
              <a:t>ANDHRA</a:t>
            </a:r>
            <a:r>
              <a:rPr lang="en-US" sz="2800" b="1" strike="noStrike" spc="-32" dirty="0">
                <a:solidFill>
                  <a:srgbClr val="000000"/>
                </a:solidFill>
                <a:latin typeface="Times New Roman" panose="02020603050405020304" pitchFamily="18" charset="0"/>
                <a:ea typeface="Times New Roman"/>
                <a:cs typeface="Times New Roman" panose="02020603050405020304" pitchFamily="18" charset="0"/>
              </a:rPr>
              <a:t> </a:t>
            </a:r>
            <a:r>
              <a:rPr lang="en-US" sz="2800" b="1" strike="noStrike" spc="-1" dirty="0">
                <a:solidFill>
                  <a:srgbClr val="000000"/>
                </a:solidFill>
                <a:latin typeface="Times New Roman" panose="02020603050405020304" pitchFamily="18" charset="0"/>
                <a:ea typeface="Times New Roman"/>
                <a:cs typeface="Times New Roman" panose="02020603050405020304" pitchFamily="18" charset="0"/>
              </a:rPr>
              <a:t>UNIVERSITY</a:t>
            </a:r>
            <a:r>
              <a:rPr lang="en-US" sz="2800" b="1" strike="noStrike" spc="-21" dirty="0">
                <a:solidFill>
                  <a:srgbClr val="000000"/>
                </a:solidFill>
                <a:latin typeface="Times New Roman" panose="02020603050405020304" pitchFamily="18" charset="0"/>
                <a:ea typeface="Times New Roman"/>
                <a:cs typeface="Times New Roman" panose="02020603050405020304" pitchFamily="18" charset="0"/>
              </a:rPr>
              <a:t> </a:t>
            </a:r>
            <a:r>
              <a:rPr lang="en-US" sz="2800" b="1" strike="noStrike" spc="-1" dirty="0">
                <a:solidFill>
                  <a:srgbClr val="000000"/>
                </a:solidFill>
                <a:latin typeface="Times New Roman" panose="02020603050405020304" pitchFamily="18" charset="0"/>
                <a:ea typeface="Times New Roman"/>
                <a:cs typeface="Times New Roman" panose="02020603050405020304" pitchFamily="18" charset="0"/>
              </a:rPr>
              <a:t>COLLEGE</a:t>
            </a:r>
            <a:r>
              <a:rPr lang="en-US" sz="2800" b="1" strike="noStrike" spc="-21" dirty="0">
                <a:solidFill>
                  <a:srgbClr val="000000"/>
                </a:solidFill>
                <a:latin typeface="Times New Roman" panose="02020603050405020304" pitchFamily="18" charset="0"/>
                <a:ea typeface="Times New Roman"/>
                <a:cs typeface="Times New Roman" panose="02020603050405020304" pitchFamily="18" charset="0"/>
              </a:rPr>
              <a:t> </a:t>
            </a:r>
            <a:r>
              <a:rPr lang="en-US" sz="2800" b="1" strike="noStrike" spc="-1" dirty="0">
                <a:solidFill>
                  <a:srgbClr val="000000"/>
                </a:solidFill>
                <a:latin typeface="Times New Roman" panose="02020603050405020304" pitchFamily="18" charset="0"/>
                <a:ea typeface="Times New Roman"/>
                <a:cs typeface="Times New Roman" panose="02020603050405020304" pitchFamily="18" charset="0"/>
              </a:rPr>
              <a:t>OF</a:t>
            </a:r>
            <a:r>
              <a:rPr lang="en-US" sz="2800" b="1" strike="noStrike" spc="-21" dirty="0">
                <a:solidFill>
                  <a:srgbClr val="000000"/>
                </a:solidFill>
                <a:latin typeface="Times New Roman" panose="02020603050405020304" pitchFamily="18" charset="0"/>
                <a:ea typeface="Times New Roman"/>
                <a:cs typeface="Times New Roman" panose="02020603050405020304" pitchFamily="18" charset="0"/>
              </a:rPr>
              <a:t> </a:t>
            </a:r>
            <a:r>
              <a:rPr lang="en-US" sz="2800" b="1" strike="noStrike" spc="-1" dirty="0">
                <a:solidFill>
                  <a:srgbClr val="000000"/>
                </a:solidFill>
                <a:latin typeface="Times New Roman" panose="02020603050405020304" pitchFamily="18" charset="0"/>
                <a:ea typeface="Times New Roman"/>
                <a:cs typeface="Times New Roman" panose="02020603050405020304" pitchFamily="18" charset="0"/>
              </a:rPr>
              <a:t>ENGINEERING(A)</a:t>
            </a:r>
            <a:r>
              <a:rPr lang="en-US" sz="2800" b="1" strike="noStrike" spc="-287" dirty="0">
                <a:solidFill>
                  <a:srgbClr val="000000"/>
                </a:solidFill>
                <a:latin typeface="Times New Roman" panose="02020603050405020304" pitchFamily="18" charset="0"/>
                <a:ea typeface="Times New Roman"/>
                <a:cs typeface="Times New Roman" panose="02020603050405020304" pitchFamily="18" charset="0"/>
              </a:rPr>
              <a:t> </a:t>
            </a:r>
            <a:br>
              <a:rPr sz="2800" dirty="0">
                <a:latin typeface="Times New Roman" panose="02020603050405020304" pitchFamily="18" charset="0"/>
                <a:cs typeface="Times New Roman" panose="02020603050405020304" pitchFamily="18" charset="0"/>
              </a:rPr>
            </a:br>
            <a:r>
              <a:rPr lang="en-US" sz="2800" b="1" strike="noStrike" spc="-1" dirty="0">
                <a:solidFill>
                  <a:srgbClr val="000000"/>
                </a:solidFill>
                <a:latin typeface="Times New Roman" panose="02020603050405020304" pitchFamily="18" charset="0"/>
                <a:ea typeface="Times New Roman"/>
                <a:cs typeface="Times New Roman" panose="02020603050405020304" pitchFamily="18" charset="0"/>
              </a:rPr>
              <a:t>ANDHRA</a:t>
            </a:r>
            <a:r>
              <a:rPr lang="en-US" sz="2800" b="1" strike="noStrike" spc="-21" dirty="0">
                <a:solidFill>
                  <a:srgbClr val="000000"/>
                </a:solidFill>
                <a:latin typeface="Times New Roman" panose="02020603050405020304" pitchFamily="18" charset="0"/>
                <a:ea typeface="Times New Roman"/>
                <a:cs typeface="Times New Roman" panose="02020603050405020304" pitchFamily="18" charset="0"/>
              </a:rPr>
              <a:t> </a:t>
            </a:r>
            <a:r>
              <a:rPr lang="en-US" sz="2800" b="1" strike="noStrike" spc="-1" dirty="0">
                <a:solidFill>
                  <a:srgbClr val="000000"/>
                </a:solidFill>
                <a:latin typeface="Times New Roman" panose="02020603050405020304" pitchFamily="18" charset="0"/>
                <a:ea typeface="Times New Roman"/>
                <a:cs typeface="Times New Roman" panose="02020603050405020304" pitchFamily="18" charset="0"/>
              </a:rPr>
              <a:t>UNIVERSITY</a:t>
            </a:r>
            <a:br>
              <a:rPr sz="2800" dirty="0">
                <a:latin typeface="Times New Roman" panose="02020603050405020304" pitchFamily="18" charset="0"/>
                <a:cs typeface="Times New Roman" panose="02020603050405020304" pitchFamily="18" charset="0"/>
              </a:rPr>
            </a:br>
            <a:br>
              <a:rPr sz="1800" dirty="0"/>
            </a:br>
            <a:r>
              <a:rPr lang="en-US" sz="2800" b="1" strike="noStrike" spc="-1" dirty="0">
                <a:solidFill>
                  <a:srgbClr val="2F5495"/>
                </a:solidFill>
                <a:latin typeface="Times New Roman"/>
                <a:ea typeface="Times New Roman"/>
              </a:rPr>
              <a:t>An Intelligent </a:t>
            </a:r>
            <a:r>
              <a:rPr lang="en-US" sz="2800" b="1" spc="-1" dirty="0">
                <a:solidFill>
                  <a:srgbClr val="2F5495"/>
                </a:solidFill>
                <a:latin typeface="Times New Roman"/>
                <a:ea typeface="Times New Roman"/>
              </a:rPr>
              <a:t>F</a:t>
            </a:r>
            <a:r>
              <a:rPr lang="en-US" sz="2800" b="1" strike="noStrike" spc="-1" dirty="0">
                <a:solidFill>
                  <a:srgbClr val="2F5495"/>
                </a:solidFill>
                <a:latin typeface="Times New Roman"/>
                <a:ea typeface="Times New Roman"/>
              </a:rPr>
              <a:t>etal Health Monitoring System using Generative AI(Gen AI)</a:t>
            </a:r>
            <a:br>
              <a:rPr lang="en-US" sz="2800" b="1" strike="noStrike" spc="-1" dirty="0">
                <a:solidFill>
                  <a:srgbClr val="2F5495"/>
                </a:solidFill>
                <a:latin typeface="Times New Roman"/>
                <a:ea typeface="Times New Roman"/>
              </a:rPr>
            </a:br>
            <a:br>
              <a:rPr lang="en-US" sz="2800" b="1" strike="noStrike" spc="-1" dirty="0">
                <a:solidFill>
                  <a:srgbClr val="2F5495"/>
                </a:solidFill>
                <a:latin typeface="Times New Roman"/>
                <a:ea typeface="Times New Roman"/>
              </a:rPr>
            </a:br>
            <a:br>
              <a:rPr sz="2800" dirty="0"/>
            </a:br>
            <a:endParaRPr lang="en-US" sz="2800" b="0" strike="noStrike" spc="-1" dirty="0">
              <a:solidFill>
                <a:srgbClr val="000000"/>
              </a:solidFill>
              <a:latin typeface="Calibri"/>
            </a:endParaRPr>
          </a:p>
        </p:txBody>
      </p:sp>
      <p:pic>
        <p:nvPicPr>
          <p:cNvPr id="170" name="image1.jpeg"/>
          <p:cNvPicPr/>
          <p:nvPr/>
        </p:nvPicPr>
        <p:blipFill>
          <a:blip r:embed="rId2"/>
          <a:stretch/>
        </p:blipFill>
        <p:spPr>
          <a:xfrm>
            <a:off x="5589862" y="3822842"/>
            <a:ext cx="2216160" cy="2010600"/>
          </a:xfrm>
          <a:prstGeom prst="rect">
            <a:avLst/>
          </a:prstGeom>
          <a:ln w="0">
            <a:noFill/>
          </a:ln>
        </p:spPr>
      </p:pic>
      <p:sp>
        <p:nvSpPr>
          <p:cNvPr id="6" name="Title 5">
            <a:extLst>
              <a:ext uri="{FF2B5EF4-FFF2-40B4-BE49-F238E27FC236}">
                <a16:creationId xmlns:a16="http://schemas.microsoft.com/office/drawing/2014/main" id="{6DC602FC-4BBD-1C28-C2BE-01A880CD8861}"/>
              </a:ext>
            </a:extLst>
          </p:cNvPr>
          <p:cNvSpPr>
            <a:spLocks noGrp="1"/>
          </p:cNvSpPr>
          <p:nvPr>
            <p:ph type="title"/>
          </p:nvPr>
        </p:nvSpPr>
        <p:spPr/>
        <p:txBody>
          <a:bodyPr/>
          <a:lstStyle/>
          <a:p>
            <a:r>
              <a:rPr lang="en-IN" dirty="0"/>
              <a:t> </a:t>
            </a:r>
          </a:p>
        </p:txBody>
      </p:sp>
      <p:sp>
        <p:nvSpPr>
          <p:cNvPr id="7" name="TextBox 6">
            <a:extLst>
              <a:ext uri="{FF2B5EF4-FFF2-40B4-BE49-F238E27FC236}">
                <a16:creationId xmlns:a16="http://schemas.microsoft.com/office/drawing/2014/main" id="{491B9630-415F-E57B-F2F4-F302D6FA450B}"/>
              </a:ext>
            </a:extLst>
          </p:cNvPr>
          <p:cNvSpPr txBox="1"/>
          <p:nvPr/>
        </p:nvSpPr>
        <p:spPr>
          <a:xfrm>
            <a:off x="320841" y="3574979"/>
            <a:ext cx="5173219" cy="2506327"/>
          </a:xfrm>
          <a:prstGeom prst="rect">
            <a:avLst/>
          </a:prstGeom>
          <a:noFill/>
        </p:spPr>
        <p:txBody>
          <a:bodyPr wrap="square" rtlCol="0">
            <a:spAutoFit/>
          </a:bodyPr>
          <a:lstStyle/>
          <a:p>
            <a:pPr indent="0">
              <a:lnSpc>
                <a:spcPct val="90000"/>
              </a:lnSpc>
              <a:spcBef>
                <a:spcPts val="1001"/>
              </a:spcBef>
              <a:buNone/>
              <a:tabLst>
                <a:tab pos="0" algn="l"/>
              </a:tabLst>
            </a:pPr>
            <a:r>
              <a:rPr lang="en-US" i="1" spc="-1" dirty="0">
                <a:solidFill>
                  <a:srgbClr val="000000"/>
                </a:solidFill>
                <a:latin typeface="Times New Roman"/>
              </a:rPr>
              <a:t>                      </a:t>
            </a:r>
            <a:r>
              <a:rPr lang="en-US" sz="2000" b="1" i="1" spc="-1" dirty="0">
                <a:solidFill>
                  <a:srgbClr val="000000"/>
                </a:solidFill>
                <a:latin typeface="Times New Roman"/>
              </a:rPr>
              <a:t>Under the guidance of</a:t>
            </a:r>
          </a:p>
          <a:p>
            <a:pPr indent="0">
              <a:lnSpc>
                <a:spcPct val="90000"/>
              </a:lnSpc>
              <a:spcBef>
                <a:spcPts val="1001"/>
              </a:spcBef>
              <a:buNone/>
              <a:tabLst>
                <a:tab pos="0" algn="l"/>
              </a:tabLst>
            </a:pPr>
            <a:r>
              <a:rPr lang="en-US" i="1" spc="-1" dirty="0">
                <a:solidFill>
                  <a:srgbClr val="000000"/>
                </a:solidFill>
                <a:latin typeface="Times New Roman"/>
              </a:rPr>
              <a:t>                     </a:t>
            </a:r>
            <a:r>
              <a:rPr lang="en-US" spc="-1" dirty="0">
                <a:solidFill>
                  <a:schemeClr val="accent1">
                    <a:lumMod val="50000"/>
                  </a:schemeClr>
                </a:solidFill>
                <a:latin typeface="Times New Roman" panose="02020603050405020304" pitchFamily="18" charset="0"/>
                <a:cs typeface="Times New Roman" panose="02020603050405020304" pitchFamily="18" charset="0"/>
              </a:rPr>
              <a:t>Prof . D. Lalitha Bhaskari   </a:t>
            </a:r>
          </a:p>
          <a:p>
            <a:pPr indent="0">
              <a:lnSpc>
                <a:spcPct val="90000"/>
              </a:lnSpc>
              <a:spcBef>
                <a:spcPts val="1001"/>
              </a:spcBef>
              <a:buNone/>
              <a:tabLst>
                <a:tab pos="0" algn="l"/>
              </a:tabLst>
            </a:pPr>
            <a:r>
              <a:rPr lang="en-US" spc="-1" dirty="0">
                <a:solidFill>
                  <a:schemeClr val="accent1">
                    <a:lumMod val="50000"/>
                  </a:schemeClr>
                </a:solidFill>
                <a:latin typeface="Times New Roman" panose="02020603050405020304" pitchFamily="18" charset="0"/>
                <a:cs typeface="Times New Roman" panose="02020603050405020304" pitchFamily="18" charset="0"/>
              </a:rPr>
              <a:t>     Professor , HOD-IT&amp;CA &amp; Coordinator-IQAC                                                                      </a:t>
            </a:r>
          </a:p>
          <a:p>
            <a:pPr indent="0">
              <a:lnSpc>
                <a:spcPct val="90000"/>
              </a:lnSpc>
              <a:spcBef>
                <a:spcPts val="1001"/>
              </a:spcBef>
              <a:buNone/>
              <a:tabLst>
                <a:tab pos="0" algn="l"/>
              </a:tabLst>
            </a:pPr>
            <a:r>
              <a:rPr lang="en-US" spc="-1" dirty="0">
                <a:solidFill>
                  <a:schemeClr val="accent1">
                    <a:lumMod val="50000"/>
                  </a:schemeClr>
                </a:solidFill>
                <a:latin typeface="Times New Roman" panose="02020603050405020304" pitchFamily="18" charset="0"/>
                <a:cs typeface="Times New Roman" panose="02020603050405020304" pitchFamily="18" charset="0"/>
              </a:rPr>
              <a:t>Dept .of Computer Science and Systems Engineering</a:t>
            </a:r>
          </a:p>
          <a:p>
            <a:pPr indent="0">
              <a:lnSpc>
                <a:spcPct val="90000"/>
              </a:lnSpc>
              <a:spcBef>
                <a:spcPts val="1001"/>
              </a:spcBef>
              <a:buNone/>
              <a:tabLst>
                <a:tab pos="0" algn="l"/>
              </a:tabLst>
            </a:pPr>
            <a:r>
              <a:rPr lang="en-US" spc="-1" dirty="0">
                <a:solidFill>
                  <a:schemeClr val="accent1">
                    <a:lumMod val="50000"/>
                  </a:schemeClr>
                </a:solidFill>
                <a:latin typeface="Times New Roman" panose="02020603050405020304" pitchFamily="18" charset="0"/>
                <a:cs typeface="Times New Roman" panose="02020603050405020304" pitchFamily="18" charset="0"/>
              </a:rPr>
              <a:t>                       Andhra University</a:t>
            </a:r>
          </a:p>
          <a:p>
            <a:pPr indent="0">
              <a:lnSpc>
                <a:spcPct val="90000"/>
              </a:lnSpc>
              <a:spcBef>
                <a:spcPts val="1001"/>
              </a:spcBef>
              <a:buNone/>
              <a:tabLst>
                <a:tab pos="0" algn="l"/>
              </a:tabLst>
            </a:pPr>
            <a:r>
              <a:rPr lang="en-US" spc="-1" dirty="0">
                <a:solidFill>
                  <a:schemeClr val="accent1">
                    <a:lumMod val="50000"/>
                  </a:schemeClr>
                </a:solidFill>
                <a:latin typeface="Times New Roman" panose="02020603050405020304" pitchFamily="18" charset="0"/>
                <a:cs typeface="Times New Roman" panose="02020603050405020304" pitchFamily="18" charset="0"/>
              </a:rPr>
              <a:t>                   Vishakapatnam-530003</a:t>
            </a:r>
            <a:r>
              <a:rPr lang="en-US" i="1" spc="-1" dirty="0">
                <a:solidFill>
                  <a:srgbClr val="000000"/>
                </a:solidFill>
                <a:latin typeface="Times New Roman"/>
              </a:rPr>
              <a:t>				</a:t>
            </a:r>
            <a:endParaRPr lang="en-IN" dirty="0"/>
          </a:p>
        </p:txBody>
      </p:sp>
      <p:sp>
        <p:nvSpPr>
          <p:cNvPr id="8" name="TextBox 7">
            <a:extLst>
              <a:ext uri="{FF2B5EF4-FFF2-40B4-BE49-F238E27FC236}">
                <a16:creationId xmlns:a16="http://schemas.microsoft.com/office/drawing/2014/main" id="{B87BEEC3-1D7F-2C18-D584-23FBC5AB71DA}"/>
              </a:ext>
            </a:extLst>
          </p:cNvPr>
          <p:cNvSpPr txBox="1"/>
          <p:nvPr/>
        </p:nvSpPr>
        <p:spPr>
          <a:xfrm>
            <a:off x="7475622" y="3574978"/>
            <a:ext cx="4395537" cy="1883657"/>
          </a:xfrm>
          <a:prstGeom prst="rect">
            <a:avLst/>
          </a:prstGeom>
          <a:noFill/>
        </p:spPr>
        <p:txBody>
          <a:bodyPr wrap="square" rtlCol="0">
            <a:spAutoFit/>
          </a:bodyPr>
          <a:lstStyle/>
          <a:p>
            <a:pPr>
              <a:lnSpc>
                <a:spcPct val="150000"/>
              </a:lnSpc>
            </a:pPr>
            <a:r>
              <a:rPr lang="en-IN" sz="2000" b="1" i="1" dirty="0">
                <a:latin typeface="Times New Roman" panose="02020603050405020304" pitchFamily="18" charset="0"/>
                <a:cs typeface="Times New Roman" panose="02020603050405020304" pitchFamily="18" charset="0"/>
              </a:rPr>
              <a:t>                      A project Submitted by</a:t>
            </a:r>
          </a:p>
          <a:p>
            <a:pPr>
              <a:lnSpc>
                <a:spcPct val="150000"/>
              </a:lnSpc>
            </a:pPr>
            <a:r>
              <a:rPr lang="en-IN" sz="2000" i="1" dirty="0">
                <a:latin typeface="Times New Roman" panose="02020603050405020304" pitchFamily="18" charset="0"/>
                <a:cs typeface="Times New Roman" panose="02020603050405020304" pitchFamily="18" charset="0"/>
              </a:rPr>
              <a:t>                        </a:t>
            </a:r>
            <a:r>
              <a:rPr lang="en-IN" sz="2000" i="1" dirty="0">
                <a:solidFill>
                  <a:schemeClr val="accent1">
                    <a:lumMod val="50000"/>
                  </a:schemeClr>
                </a:solidFill>
                <a:latin typeface="Times New Roman" panose="02020603050405020304" pitchFamily="18" charset="0"/>
                <a:cs typeface="Times New Roman" panose="02020603050405020304" pitchFamily="18" charset="0"/>
              </a:rPr>
              <a:t>Pamula Sowjanya</a:t>
            </a:r>
          </a:p>
          <a:p>
            <a:pPr>
              <a:lnSpc>
                <a:spcPct val="150000"/>
              </a:lnSpc>
            </a:pPr>
            <a:r>
              <a:rPr lang="en-IN" sz="2000" i="1" dirty="0">
                <a:solidFill>
                  <a:schemeClr val="accent1">
                    <a:lumMod val="50000"/>
                  </a:schemeClr>
                </a:solidFill>
                <a:latin typeface="Times New Roman" panose="02020603050405020304" pitchFamily="18" charset="0"/>
                <a:cs typeface="Times New Roman" panose="02020603050405020304" pitchFamily="18" charset="0"/>
              </a:rPr>
              <a:t>                           M . Tech (CST)</a:t>
            </a:r>
          </a:p>
          <a:p>
            <a:pPr>
              <a:lnSpc>
                <a:spcPct val="150000"/>
              </a:lnSpc>
            </a:pPr>
            <a:r>
              <a:rPr lang="en-IN" sz="2000" i="1" dirty="0">
                <a:solidFill>
                  <a:schemeClr val="accent1">
                    <a:lumMod val="50000"/>
                  </a:schemeClr>
                </a:solidFill>
                <a:latin typeface="Times New Roman" panose="02020603050405020304" pitchFamily="18" charset="0"/>
                <a:cs typeface="Times New Roman" panose="02020603050405020304" pitchFamily="18" charset="0"/>
              </a:rPr>
              <a:t>                    Reg No: 424206415006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838080" y="365040"/>
            <a:ext cx="10515240" cy="1239120"/>
          </a:xfrm>
          <a:prstGeom prst="rect">
            <a:avLst/>
          </a:prstGeom>
          <a:noFill/>
          <a:ln w="0">
            <a:noFill/>
          </a:ln>
        </p:spPr>
        <p:txBody>
          <a:bodyPr anchor="ctr">
            <a:noAutofit/>
          </a:bodyPr>
          <a:lstStyle/>
          <a:p>
            <a:pPr indent="0">
              <a:lnSpc>
                <a:spcPct val="90000"/>
              </a:lnSpc>
              <a:buNone/>
            </a:pPr>
            <a:r>
              <a:rPr lang="en-US" sz="4400" b="1" strike="noStrike" spc="-1" dirty="0">
                <a:solidFill>
                  <a:srgbClr val="000000"/>
                </a:solidFill>
                <a:latin typeface="Times New Roman" panose="02020603050405020304" pitchFamily="18" charset="0"/>
                <a:cs typeface="Times New Roman" panose="02020603050405020304" pitchFamily="18" charset="0"/>
              </a:rPr>
              <a:t>ABSTRACT</a:t>
            </a:r>
            <a:endParaRPr lang="en-US" sz="4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72" name="PlaceHolder 2"/>
          <p:cNvSpPr>
            <a:spLocks noGrp="1"/>
          </p:cNvSpPr>
          <p:nvPr>
            <p:ph/>
          </p:nvPr>
        </p:nvSpPr>
        <p:spPr>
          <a:xfrm>
            <a:off x="533280" y="1610640"/>
            <a:ext cx="10515240" cy="4882320"/>
          </a:xfrm>
          <a:prstGeom prst="rect">
            <a:avLst/>
          </a:prstGeom>
          <a:noFill/>
          <a:ln w="0">
            <a:noFill/>
          </a:ln>
        </p:spPr>
        <p:txBody>
          <a:bodyPr anchor="t">
            <a:normAutofit fontScale="93000"/>
          </a:bodyPr>
          <a:lstStyle/>
          <a:p>
            <a:pPr indent="0" algn="just">
              <a:lnSpc>
                <a:spcPct val="150000"/>
              </a:lnSpc>
              <a:spcBef>
                <a:spcPts val="1001"/>
              </a:spcBef>
              <a:buNone/>
              <a:tabLst>
                <a:tab pos="0" algn="l"/>
              </a:tabLst>
            </a:pPr>
            <a:r>
              <a:rPr lang="en-US" sz="1800" dirty="0">
                <a:effectLst/>
                <a:latin typeface="Times New Roman" panose="02020603050405020304" pitchFamily="18" charset="0"/>
                <a:ea typeface="Times New Roman" panose="02020603050405020304" pitchFamily="18" charset="0"/>
              </a:rPr>
              <a:t>Fetal health monitoring is a critical aspect of prenatal care that ensures the safety and well-being of both the mother and the fetus. Conventional monitoring techniques such as Cardiotocography require continuous observation and expert interpretation, which may lead to subjective decision-making and delayed diagnosis. With the rapid advancement of Artificial Intelligence, intelligent systems can assist clinicians by analyzing fetal health data accurately and efficiently. This project proposes an intelligent fetal health monitoring system using Generative Artificial Intelligence to analyze fetal heart rate signals and uterine contraction patterns. Deep learning models such as Long Short-Term Memory networks are employed for time-series analysis and classification of fetal conditions. Generative Adversarial Networks are used to generate synthetic fetal health data, while Large Language Models provide explainable predictions and automated clinical reports. The system aims to enhance early detection of fetal distress and improve prenatal healthcare outcomes</a:t>
            </a:r>
            <a:endParaRPr lang="en-US" sz="18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gn="ctr">
              <a:lnSpc>
                <a:spcPct val="90000"/>
              </a:lnSpc>
              <a:buNone/>
            </a:pPr>
            <a:r>
              <a:rPr lang="en-US" sz="4400" b="1" strike="noStrike" spc="-1" dirty="0">
                <a:solidFill>
                  <a:srgbClr val="000000"/>
                </a:solidFill>
                <a:latin typeface="Times New Roman" panose="02020603050405020304" pitchFamily="18" charset="0"/>
                <a:cs typeface="Times New Roman" panose="02020603050405020304" pitchFamily="18" charset="0"/>
              </a:rPr>
              <a:t>CONTENTS</a:t>
            </a:r>
            <a:endParaRPr lang="en-US" sz="4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74" name="PlaceHolder 2"/>
          <p:cNvSpPr>
            <a:spLocks noGrp="1"/>
          </p:cNvSpPr>
          <p:nvPr>
            <p:ph/>
          </p:nvPr>
        </p:nvSpPr>
        <p:spPr>
          <a:xfrm>
            <a:off x="838080" y="1458000"/>
            <a:ext cx="10515240" cy="5158080"/>
          </a:xfrm>
          <a:prstGeom prst="rect">
            <a:avLst/>
          </a:prstGeom>
          <a:noFill/>
          <a:ln w="0">
            <a:noFill/>
          </a:ln>
        </p:spPr>
        <p:txBody>
          <a:bodyPr numCol="2" spcCol="0" anchor="t">
            <a:normAutofit/>
          </a:bodyPr>
          <a:lstStyle/>
          <a:p>
            <a:pPr marL="228600" indent="-228600">
              <a:lnSpc>
                <a:spcPct val="90000"/>
              </a:lnSpc>
              <a:spcBef>
                <a:spcPts val="1001"/>
              </a:spcBef>
              <a:buClr>
                <a:srgbClr val="000000"/>
              </a:buClr>
              <a:buFont typeface="Arial"/>
              <a:buChar char="•"/>
            </a:pPr>
            <a:r>
              <a:rPr lang="en-US" sz="2800" b="0" strike="noStrike" spc="-1" dirty="0">
                <a:solidFill>
                  <a:srgbClr val="000000"/>
                </a:solidFill>
                <a:latin typeface="Times New Roman" panose="02020603050405020304" pitchFamily="18" charset="0"/>
                <a:cs typeface="Times New Roman" panose="02020603050405020304" pitchFamily="18" charset="0"/>
              </a:rPr>
              <a:t>Introduction</a:t>
            </a:r>
          </a:p>
          <a:p>
            <a:pPr marL="228600" indent="-228600">
              <a:lnSpc>
                <a:spcPct val="90000"/>
              </a:lnSpc>
              <a:spcBef>
                <a:spcPts val="1001"/>
              </a:spcBef>
              <a:buClr>
                <a:srgbClr val="000000"/>
              </a:buClr>
              <a:buFont typeface="Arial"/>
              <a:buChar char="•"/>
            </a:pPr>
            <a:r>
              <a:rPr lang="en-US" sz="2800" b="0" strike="noStrike" spc="-1" dirty="0">
                <a:solidFill>
                  <a:srgbClr val="000000"/>
                </a:solidFill>
                <a:latin typeface="Times New Roman" panose="02020603050405020304" pitchFamily="18" charset="0"/>
                <a:cs typeface="Times New Roman" panose="02020603050405020304" pitchFamily="18" charset="0"/>
              </a:rPr>
              <a:t>Existing System</a:t>
            </a:r>
          </a:p>
          <a:p>
            <a:pPr marL="228600" indent="-228600">
              <a:lnSpc>
                <a:spcPct val="90000"/>
              </a:lnSpc>
              <a:spcBef>
                <a:spcPts val="1001"/>
              </a:spcBef>
              <a:buClr>
                <a:srgbClr val="000000"/>
              </a:buClr>
              <a:buFont typeface="Arial"/>
              <a:buChar char="•"/>
            </a:pPr>
            <a:r>
              <a:rPr lang="en-US" sz="2800" b="0" strike="noStrike" spc="-1" dirty="0">
                <a:solidFill>
                  <a:srgbClr val="000000"/>
                </a:solidFill>
                <a:latin typeface="Times New Roman" panose="02020603050405020304" pitchFamily="18" charset="0"/>
                <a:cs typeface="Times New Roman" panose="02020603050405020304" pitchFamily="18" charset="0"/>
              </a:rPr>
              <a:t>Proposed System</a:t>
            </a:r>
          </a:p>
          <a:p>
            <a:pPr marL="228600" indent="-228600">
              <a:lnSpc>
                <a:spcPct val="90000"/>
              </a:lnSpc>
              <a:spcBef>
                <a:spcPts val="1001"/>
              </a:spcBef>
              <a:buClr>
                <a:srgbClr val="000000"/>
              </a:buClr>
              <a:buFont typeface="Arial"/>
              <a:buChar char="•"/>
            </a:pPr>
            <a:r>
              <a:rPr lang="en-US" sz="2800" b="0" strike="noStrike" spc="-1" dirty="0">
                <a:solidFill>
                  <a:srgbClr val="000000"/>
                </a:solidFill>
                <a:latin typeface="Times New Roman" panose="02020603050405020304" pitchFamily="18" charset="0"/>
                <a:cs typeface="Times New Roman" panose="02020603050405020304" pitchFamily="18" charset="0"/>
              </a:rPr>
              <a:t>Problem Statement</a:t>
            </a:r>
          </a:p>
          <a:p>
            <a:pPr marL="228600" indent="-228600">
              <a:lnSpc>
                <a:spcPct val="90000"/>
              </a:lnSpc>
              <a:spcBef>
                <a:spcPts val="1001"/>
              </a:spcBef>
              <a:buClr>
                <a:srgbClr val="000000"/>
              </a:buClr>
              <a:buFont typeface="Arial"/>
              <a:buChar char="•"/>
            </a:pPr>
            <a:r>
              <a:rPr lang="en-US" sz="2800" b="0" strike="noStrike" spc="-1" dirty="0">
                <a:solidFill>
                  <a:srgbClr val="000000"/>
                </a:solidFill>
                <a:latin typeface="Times New Roman" panose="02020603050405020304" pitchFamily="18" charset="0"/>
                <a:cs typeface="Times New Roman" panose="02020603050405020304" pitchFamily="18" charset="0"/>
              </a:rPr>
              <a:t>Methodology</a:t>
            </a:r>
          </a:p>
          <a:p>
            <a:pPr marL="228600" indent="-228600">
              <a:lnSpc>
                <a:spcPct val="90000"/>
              </a:lnSpc>
              <a:spcBef>
                <a:spcPts val="1001"/>
              </a:spcBef>
              <a:buClr>
                <a:srgbClr val="000000"/>
              </a:buClr>
              <a:buFont typeface="Arial"/>
              <a:buChar char="•"/>
            </a:pPr>
            <a:r>
              <a:rPr lang="en-US" sz="2800" b="0" strike="noStrike" spc="-1" dirty="0">
                <a:solidFill>
                  <a:srgbClr val="000000"/>
                </a:solidFill>
                <a:latin typeface="Times New Roman" panose="02020603050405020304" pitchFamily="18" charset="0"/>
                <a:cs typeface="Times New Roman" panose="02020603050405020304" pitchFamily="18" charset="0"/>
              </a:rPr>
              <a:t>Practical Application</a:t>
            </a:r>
          </a:p>
          <a:p>
            <a:pPr marL="228600" indent="-228600">
              <a:lnSpc>
                <a:spcPct val="90000"/>
              </a:lnSpc>
              <a:spcBef>
                <a:spcPts val="1001"/>
              </a:spcBef>
              <a:buClr>
                <a:srgbClr val="000000"/>
              </a:buClr>
              <a:buFont typeface="Arial"/>
              <a:buChar char="•"/>
            </a:pPr>
            <a:r>
              <a:rPr lang="en-US" sz="2800" b="0" strike="noStrike" spc="-1" dirty="0">
                <a:solidFill>
                  <a:srgbClr val="000000"/>
                </a:solidFill>
                <a:latin typeface="Times New Roman" panose="02020603050405020304" pitchFamily="18" charset="0"/>
                <a:cs typeface="Times New Roman" panose="02020603050405020304" pitchFamily="18" charset="0"/>
              </a:rPr>
              <a:t>Conclusion</a:t>
            </a:r>
          </a:p>
          <a:p>
            <a:pPr marL="228600" indent="-228600">
              <a:lnSpc>
                <a:spcPct val="90000"/>
              </a:lnSpc>
              <a:spcBef>
                <a:spcPts val="1001"/>
              </a:spcBef>
              <a:buClr>
                <a:srgbClr val="000000"/>
              </a:buClr>
              <a:buFont typeface="Arial"/>
              <a:buChar char="•"/>
            </a:pPr>
            <a:r>
              <a:rPr lang="en-US" sz="2800" b="0" strike="noStrike" spc="-1" dirty="0">
                <a:solidFill>
                  <a:srgbClr val="000000"/>
                </a:solidFill>
                <a:latin typeface="Times New Roman" panose="02020603050405020304" pitchFamily="18" charset="0"/>
                <a:cs typeface="Times New Roman" panose="02020603050405020304" pitchFamily="18" charset="0"/>
              </a:rPr>
              <a:t>Future Directions</a:t>
            </a:r>
          </a:p>
          <a:p>
            <a:pPr indent="0">
              <a:lnSpc>
                <a:spcPct val="90000"/>
              </a:lnSpc>
              <a:spcBef>
                <a:spcPts val="1001"/>
              </a:spcBef>
              <a:buNone/>
            </a:pPr>
            <a:endParaRPr lang="en-US" sz="2800" b="0" strike="noStrike" spc="-1" dirty="0">
              <a:solidFill>
                <a:srgbClr val="000000"/>
              </a:solidFill>
              <a:latin typeface="Calibri"/>
            </a:endParaRPr>
          </a:p>
          <a:p>
            <a:pPr indent="0">
              <a:lnSpc>
                <a:spcPct val="90000"/>
              </a:lnSpc>
              <a:spcBef>
                <a:spcPts val="1001"/>
              </a:spcBef>
              <a:buNone/>
            </a:pPr>
            <a:endParaRPr lang="en-US" sz="2800" b="0" strike="noStrike" spc="-1" dirty="0">
              <a:solidFill>
                <a:srgbClr val="000000"/>
              </a:solidFill>
              <a:latin typeface="Calibri"/>
            </a:endParaRPr>
          </a:p>
          <a:p>
            <a:pPr indent="0">
              <a:lnSpc>
                <a:spcPct val="90000"/>
              </a:lnSpc>
              <a:spcBef>
                <a:spcPts val="1001"/>
              </a:spcBef>
              <a:buNone/>
            </a:pPr>
            <a:endParaRPr lang="en-US" sz="2800" b="0" strike="noStrike" spc="-1" dirty="0">
              <a:solidFill>
                <a:srgbClr val="000000"/>
              </a:solidFill>
              <a:latin typeface="Calibri"/>
            </a:endParaRPr>
          </a:p>
          <a:p>
            <a:pPr indent="0">
              <a:lnSpc>
                <a:spcPct val="90000"/>
              </a:lnSpc>
              <a:spcBef>
                <a:spcPts val="1001"/>
              </a:spcBef>
              <a:buNone/>
            </a:pPr>
            <a:endParaRPr lang="en-US" sz="2800" b="0" strike="noStrike" spc="-1" dirty="0">
              <a:solidFill>
                <a:srgbClr val="000000"/>
              </a:solidFill>
              <a:latin typeface="Calibri"/>
            </a:endParaRPr>
          </a:p>
          <a:p>
            <a:pPr indent="0">
              <a:lnSpc>
                <a:spcPct val="90000"/>
              </a:lnSpc>
              <a:spcBef>
                <a:spcPts val="1001"/>
              </a:spcBef>
              <a:buNone/>
            </a:pPr>
            <a:endParaRPr lang="en-US" sz="2800" b="0" strike="noStrike" spc="-1" dirty="0">
              <a:solidFill>
                <a:srgbClr val="000000"/>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4400" b="1" strike="noStrike" spc="-1" dirty="0">
                <a:solidFill>
                  <a:srgbClr val="000000"/>
                </a:solidFill>
                <a:latin typeface="Times New Roman" panose="02020603050405020304" pitchFamily="18" charset="0"/>
                <a:cs typeface="Times New Roman" panose="02020603050405020304" pitchFamily="18" charset="0"/>
              </a:rPr>
              <a:t>INTRODUCTION</a:t>
            </a:r>
            <a:endParaRPr lang="en-US" sz="4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76" name="PlaceHolder 2"/>
          <p:cNvSpPr>
            <a:spLocks noGrp="1"/>
          </p:cNvSpPr>
          <p:nvPr>
            <p:ph/>
          </p:nvPr>
        </p:nvSpPr>
        <p:spPr>
          <a:xfrm>
            <a:off x="838080" y="1690560"/>
            <a:ext cx="10515240" cy="4485960"/>
          </a:xfrm>
          <a:prstGeom prst="rect">
            <a:avLst/>
          </a:prstGeom>
          <a:noFill/>
          <a:ln w="0">
            <a:noFill/>
          </a:ln>
        </p:spPr>
        <p:txBody>
          <a:bodyPr anchor="t">
            <a:normAutofit lnSpcReduction="10000"/>
          </a:bodyPr>
          <a:lstStyle/>
          <a:p>
            <a:pPr marL="228600" indent="-228600" algn="just">
              <a:lnSpc>
                <a:spcPct val="150000"/>
              </a:lnSpc>
              <a:spcBef>
                <a:spcPts val="1001"/>
              </a:spcBef>
              <a:buClr>
                <a:srgbClr val="000000"/>
              </a:buClr>
              <a:buFont typeface="Arial"/>
              <a:buChar char="•"/>
            </a:pPr>
            <a:r>
              <a:rPr lang="en-US" sz="1800" b="0" strike="noStrike" spc="-1" dirty="0">
                <a:solidFill>
                  <a:srgbClr val="000000"/>
                </a:solidFill>
                <a:latin typeface="Times New Roman" panose="02020603050405020304" pitchFamily="18" charset="0"/>
                <a:cs typeface="Times New Roman" panose="02020603050405020304" pitchFamily="18" charset="0"/>
              </a:rPr>
              <a:t>Pregnancy requires continuous monitoring to detect complications like fetal distress and hypoxia. Traditional methods such as Ultrasound Imaging and Cardiotocography (CTG) depend heavily on expert interpretation and may lead to human error. Hence, an automated and reliable system is essential.</a:t>
            </a:r>
          </a:p>
          <a:p>
            <a:pPr algn="just">
              <a:lnSpc>
                <a:spcPct val="150000"/>
              </a:lnSpc>
              <a:spcBef>
                <a:spcPts val="1001"/>
              </a:spcBef>
              <a:buClr>
                <a:srgbClr val="000000"/>
              </a:buClr>
              <a:buFont typeface="Arial"/>
              <a:buChar char="•"/>
            </a:pPr>
            <a:r>
              <a:rPr lang="en-US" sz="1800" dirty="0">
                <a:latin typeface="Times New Roman" panose="02020603050405020304" pitchFamily="18" charset="0"/>
                <a:cs typeface="Times New Roman" panose="02020603050405020304" pitchFamily="18" charset="0"/>
              </a:rPr>
              <a:t>Artificial Intelligence enables automated analysis of complex medical data. Generative AI improves performance by generating synthetic data and providing explainable insights, which are critical in medical decision-making</a:t>
            </a:r>
            <a:r>
              <a:rPr lang="en-US" sz="1800" b="0" strike="noStrike" spc="-1" dirty="0">
                <a:solidFill>
                  <a:srgbClr val="000000"/>
                </a:solidFill>
                <a:latin typeface="Calibri"/>
              </a:rPr>
              <a:t>. </a:t>
            </a:r>
          </a:p>
          <a:p>
            <a:pPr algn="just">
              <a:lnSpc>
                <a:spcPct val="160000"/>
              </a:lnSpc>
              <a:spcBef>
                <a:spcPts val="1001"/>
              </a:spcBef>
              <a:buClr>
                <a:srgbClr val="000000"/>
              </a:buClr>
              <a:buFont typeface="Arial"/>
              <a:buChar char="•"/>
            </a:pPr>
            <a:r>
              <a:rPr lang="en-IN" sz="1800" dirty="0">
                <a:latin typeface="Times New Roman" panose="02020603050405020304" pitchFamily="18" charset="0"/>
                <a:cs typeface="Times New Roman" panose="02020603050405020304" pitchFamily="18" charset="0"/>
              </a:rPr>
              <a:t>The proposed system combines </a:t>
            </a:r>
            <a:r>
              <a:rPr lang="en-IN" sz="1800" b="1" dirty="0">
                <a:latin typeface="Times New Roman" panose="02020603050405020304" pitchFamily="18" charset="0"/>
                <a:cs typeface="Times New Roman" panose="02020603050405020304" pitchFamily="18" charset="0"/>
              </a:rPr>
              <a:t>Long Short-Term Memory (LSTM)</a:t>
            </a:r>
            <a:r>
              <a:rPr lang="en-IN" sz="1800" dirty="0">
                <a:latin typeface="Times New Roman" panose="02020603050405020304" pitchFamily="18" charset="0"/>
                <a:cs typeface="Times New Roman" panose="02020603050405020304" pitchFamily="18" charset="0"/>
              </a:rPr>
              <a:t> networks for time-series </a:t>
            </a:r>
            <a:r>
              <a:rPr lang="en-IN" sz="1800" dirty="0" err="1">
                <a:latin typeface="Times New Roman" panose="02020603050405020304" pitchFamily="18" charset="0"/>
                <a:cs typeface="Times New Roman" panose="02020603050405020304" pitchFamily="18" charset="0"/>
              </a:rPr>
              <a:t>fetal</a:t>
            </a:r>
            <a:r>
              <a:rPr lang="en-IN" sz="1800" dirty="0">
                <a:latin typeface="Times New Roman" panose="02020603050405020304" pitchFamily="18" charset="0"/>
                <a:cs typeface="Times New Roman" panose="02020603050405020304" pitchFamily="18" charset="0"/>
              </a:rPr>
              <a:t> data analysis, </a:t>
            </a:r>
            <a:r>
              <a:rPr lang="en-IN" sz="1800" b="1" dirty="0">
                <a:latin typeface="Times New Roman" panose="02020603050405020304" pitchFamily="18" charset="0"/>
                <a:cs typeface="Times New Roman" panose="02020603050405020304" pitchFamily="18" charset="0"/>
              </a:rPr>
              <a:t>Generative Adversarial Networks (GANs)</a:t>
            </a:r>
            <a:r>
              <a:rPr lang="en-IN" sz="1800" dirty="0">
                <a:latin typeface="Times New Roman" panose="02020603050405020304" pitchFamily="18" charset="0"/>
                <a:cs typeface="Times New Roman" panose="02020603050405020304" pitchFamily="18" charset="0"/>
              </a:rPr>
              <a:t> for synthetic data generation, and Large Language Models (LLMs) to convert predictions into clear medical explanations, enhancing clinical support and transparency</a:t>
            </a:r>
            <a:r>
              <a:rPr lang="en-IN" sz="2100" dirty="0">
                <a:latin typeface="Times New Roman" panose="02020603050405020304" pitchFamily="18" charset="0"/>
                <a:cs typeface="Times New Roman" panose="02020603050405020304" pitchFamily="18" charset="0"/>
              </a:rPr>
              <a:t>.</a:t>
            </a:r>
            <a:endParaRPr lang="en-US" sz="21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839880" y="330480"/>
            <a:ext cx="10515240" cy="1325160"/>
          </a:xfrm>
          <a:prstGeom prst="rect">
            <a:avLst/>
          </a:prstGeom>
          <a:noFill/>
          <a:ln w="0">
            <a:noFill/>
          </a:ln>
        </p:spPr>
        <p:txBody>
          <a:bodyPr anchor="ctr">
            <a:noAutofit/>
          </a:bodyPr>
          <a:lstStyle/>
          <a:p>
            <a:pPr indent="0">
              <a:lnSpc>
                <a:spcPct val="90000"/>
              </a:lnSpc>
              <a:buNone/>
            </a:pPr>
            <a:r>
              <a:rPr lang="en-US" sz="4400" b="1" strike="noStrike" spc="-1" dirty="0">
                <a:solidFill>
                  <a:srgbClr val="000000"/>
                </a:solidFill>
                <a:latin typeface="Times New Roman" panose="02020603050405020304" pitchFamily="18" charset="0"/>
                <a:cs typeface="Times New Roman" panose="02020603050405020304" pitchFamily="18" charset="0"/>
              </a:rPr>
              <a:t>RESEARCH OVERVIEW</a:t>
            </a:r>
            <a:endParaRPr lang="en-US" sz="4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78" name="PlaceHolder 2"/>
          <p:cNvSpPr>
            <a:spLocks noGrp="1"/>
          </p:cNvSpPr>
          <p:nvPr>
            <p:ph/>
          </p:nvPr>
        </p:nvSpPr>
        <p:spPr>
          <a:xfrm>
            <a:off x="672840" y="1656360"/>
            <a:ext cx="5324400" cy="4942800"/>
          </a:xfrm>
          <a:prstGeom prst="rect">
            <a:avLst/>
          </a:prstGeom>
          <a:noFill/>
          <a:ln w="0">
            <a:noFill/>
          </a:ln>
        </p:spPr>
        <p:txBody>
          <a:bodyPr anchor="t">
            <a:normAutofit/>
          </a:bodyPr>
          <a:lstStyle/>
          <a:p>
            <a:pPr algn="just">
              <a:lnSpc>
                <a:spcPct val="150000"/>
              </a:lnSpc>
              <a:spcBef>
                <a:spcPts val="1001"/>
              </a:spcBef>
              <a:buClr>
                <a:srgbClr val="000000"/>
              </a:buClr>
              <a:buFont typeface="Arial"/>
              <a:buChar char="•"/>
            </a:pPr>
            <a:r>
              <a:rPr lang="en-US" sz="2000" dirty="0">
                <a:latin typeface="Times New Roman" panose="02020603050405020304" pitchFamily="18" charset="0"/>
                <a:cs typeface="Times New Roman" panose="02020603050405020304" pitchFamily="18" charset="0"/>
              </a:rPr>
              <a:t>Uses LSTM/CNN-LSTM models to analyze fetal heart rate and classify conditions as normal, suspect, or pathological. </a:t>
            </a:r>
          </a:p>
          <a:p>
            <a:pPr algn="just">
              <a:lnSpc>
                <a:spcPct val="150000"/>
              </a:lnSpc>
              <a:spcBef>
                <a:spcPts val="1001"/>
              </a:spcBef>
              <a:buClr>
                <a:srgbClr val="000000"/>
              </a:buClr>
              <a:buFont typeface="Arial"/>
              <a:buChar char="•"/>
            </a:pPr>
            <a:r>
              <a:rPr lang="en-US" sz="2000" dirty="0">
                <a:latin typeface="Times New Roman" panose="02020603050405020304" pitchFamily="18" charset="0"/>
                <a:cs typeface="Times New Roman" panose="02020603050405020304" pitchFamily="18" charset="0"/>
              </a:rPr>
              <a:t>GANs generate synthetic fetal data to solve data scarcity and improve model accuracy.</a:t>
            </a:r>
          </a:p>
          <a:p>
            <a:pPr algn="just">
              <a:lnSpc>
                <a:spcPct val="150000"/>
              </a:lnSpc>
              <a:spcBef>
                <a:spcPts val="1001"/>
              </a:spcBef>
              <a:buClr>
                <a:srgbClr val="000000"/>
              </a:buClr>
              <a:buFont typeface="Arial"/>
              <a:buChar char="•"/>
            </a:pPr>
            <a:r>
              <a:rPr lang="en-US" sz="2000" dirty="0">
                <a:latin typeface="Times New Roman" panose="02020603050405020304" pitchFamily="18" charset="0"/>
                <a:cs typeface="Times New Roman" panose="02020603050405020304" pitchFamily="18" charset="0"/>
              </a:rPr>
              <a:t>LLMs convert predictions into simple medical explanations and automated reports for better decision support.</a:t>
            </a:r>
          </a:p>
          <a:p>
            <a:pPr algn="just">
              <a:spcBef>
                <a:spcPts val="1001"/>
              </a:spcBef>
              <a:buClr>
                <a:srgbClr val="000000"/>
              </a:buClr>
              <a:buFont typeface="Arial"/>
              <a:buChar char="•"/>
            </a:pPr>
            <a:endParaRPr lang="en-US" sz="2800" b="0" strike="noStrike" spc="-1" dirty="0">
              <a:solidFill>
                <a:srgbClr val="000000"/>
              </a:solidFill>
              <a:latin typeface="Calibri"/>
            </a:endParaRPr>
          </a:p>
        </p:txBody>
      </p:sp>
      <p:sp>
        <p:nvSpPr>
          <p:cNvPr id="179" name="PlaceHolder 3"/>
          <p:cNvSpPr>
            <a:spLocks noGrp="1"/>
          </p:cNvSpPr>
          <p:nvPr>
            <p:ph/>
          </p:nvPr>
        </p:nvSpPr>
        <p:spPr>
          <a:xfrm>
            <a:off x="6172200" y="1681200"/>
            <a:ext cx="5182920" cy="823680"/>
          </a:xfrm>
          <a:prstGeom prst="rect">
            <a:avLst/>
          </a:prstGeom>
          <a:noFill/>
          <a:ln w="0">
            <a:noFill/>
          </a:ln>
        </p:spPr>
        <p:txBody>
          <a:bodyPr anchor="b">
            <a:noAutofit/>
          </a:bodyPr>
          <a:lstStyle/>
          <a:p>
            <a:pPr indent="0">
              <a:lnSpc>
                <a:spcPct val="90000"/>
              </a:lnSpc>
              <a:spcBef>
                <a:spcPts val="1417"/>
              </a:spcBef>
              <a:buNone/>
            </a:pPr>
            <a:endParaRPr lang="en-US" sz="2400" b="1" strike="noStrike" spc="-1">
              <a:solidFill>
                <a:srgbClr val="000000"/>
              </a:solidFill>
              <a:latin typeface="Calibri"/>
            </a:endParaRPr>
          </a:p>
        </p:txBody>
      </p:sp>
      <p:sp>
        <p:nvSpPr>
          <p:cNvPr id="180" name="PlaceHolder 4"/>
          <p:cNvSpPr>
            <a:spLocks noGrp="1"/>
          </p:cNvSpPr>
          <p:nvPr>
            <p:ph/>
          </p:nvPr>
        </p:nvSpPr>
        <p:spPr>
          <a:xfrm>
            <a:off x="6172200" y="2505240"/>
            <a:ext cx="5182920" cy="3684240"/>
          </a:xfrm>
          <a:prstGeom prst="rect">
            <a:avLst/>
          </a:prstGeom>
          <a:noFill/>
          <a:ln w="0">
            <a:noFill/>
          </a:ln>
        </p:spPr>
        <p:txBody>
          <a:bodyPr anchor="t">
            <a:normAutofit/>
          </a:bodyPr>
          <a:lstStyle/>
          <a:p>
            <a:pPr indent="0">
              <a:lnSpc>
                <a:spcPct val="90000"/>
              </a:lnSpc>
              <a:spcBef>
                <a:spcPts val="1417"/>
              </a:spcBef>
              <a:buNone/>
            </a:pPr>
            <a:endParaRPr lang="en-US" sz="2800" b="0" strike="noStrike" spc="-1">
              <a:solidFill>
                <a:srgbClr val="000000"/>
              </a:solidFill>
              <a:latin typeface="Calibri"/>
            </a:endParaRPr>
          </a:p>
        </p:txBody>
      </p:sp>
      <p:pic>
        <p:nvPicPr>
          <p:cNvPr id="2" name="Picture 1">
            <a:extLst>
              <a:ext uri="{FF2B5EF4-FFF2-40B4-BE49-F238E27FC236}">
                <a16:creationId xmlns:a16="http://schemas.microsoft.com/office/drawing/2014/main" id="{F6868E09-1D98-12EE-08CB-C2A879A49C24}"/>
              </a:ext>
            </a:extLst>
          </p:cNvPr>
          <p:cNvPicPr>
            <a:picLocks noChangeAspect="1"/>
          </p:cNvPicPr>
          <p:nvPr/>
        </p:nvPicPr>
        <p:blipFill>
          <a:blip r:embed="rId2"/>
          <a:stretch>
            <a:fillRect/>
          </a:stretch>
        </p:blipFill>
        <p:spPr>
          <a:xfrm>
            <a:off x="6172200" y="1681200"/>
            <a:ext cx="5182920" cy="45082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838380" y="560046"/>
            <a:ext cx="10515240" cy="1325160"/>
          </a:xfrm>
          <a:prstGeom prst="rect">
            <a:avLst/>
          </a:prstGeom>
          <a:noFill/>
          <a:ln w="0">
            <a:noFill/>
          </a:ln>
        </p:spPr>
        <p:txBody>
          <a:bodyPr anchor="ctr">
            <a:normAutofit/>
          </a:bodyPr>
          <a:lstStyle/>
          <a:p>
            <a:pPr indent="0">
              <a:lnSpc>
                <a:spcPct val="90000"/>
              </a:lnSpc>
              <a:buNone/>
            </a:pPr>
            <a:r>
              <a:rPr lang="en-US" sz="3600" b="1" strike="noStrike" spc="-1" dirty="0">
                <a:solidFill>
                  <a:srgbClr val="000000"/>
                </a:solidFill>
                <a:latin typeface="Times New Roman" panose="02020603050405020304" pitchFamily="18" charset="0"/>
                <a:cs typeface="Times New Roman" panose="02020603050405020304" pitchFamily="18" charset="0"/>
              </a:rPr>
              <a:t>KEY CHALLENGES IN EXISTING SYSTEMS</a:t>
            </a:r>
            <a:endParaRPr lang="en-US" sz="36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83" name="PlaceHolder 2"/>
          <p:cNvSpPr>
            <a:spLocks noGrp="1"/>
          </p:cNvSpPr>
          <p:nvPr>
            <p:ph/>
          </p:nvPr>
        </p:nvSpPr>
        <p:spPr>
          <a:xfrm>
            <a:off x="838380" y="1946994"/>
            <a:ext cx="10515240" cy="4350960"/>
          </a:xfrm>
          <a:prstGeom prst="rect">
            <a:avLst/>
          </a:prstGeom>
          <a:noFill/>
          <a:ln w="0">
            <a:noFill/>
          </a:ln>
        </p:spPr>
        <p:txBody>
          <a:bodyPr anchor="t">
            <a:noAutofit/>
          </a:bodyPr>
          <a:lstStyle/>
          <a:p>
            <a:pPr>
              <a:lnSpc>
                <a:spcPct val="150000"/>
              </a:lnSpc>
              <a:spcBef>
                <a:spcPts val="1001"/>
              </a:spcBef>
              <a:buClr>
                <a:srgbClr val="000000"/>
              </a:buClr>
              <a:buFont typeface="Arial"/>
              <a:buChar char="•"/>
            </a:pPr>
            <a:r>
              <a:rPr lang="en-IN" sz="2000" dirty="0">
                <a:latin typeface="Times New Roman" panose="02020603050405020304" pitchFamily="18" charset="0"/>
                <a:cs typeface="Times New Roman" panose="02020603050405020304" pitchFamily="18" charset="0"/>
              </a:rPr>
              <a:t>Dependence on Manual Interpretation</a:t>
            </a:r>
          </a:p>
          <a:p>
            <a:pPr>
              <a:lnSpc>
                <a:spcPct val="150000"/>
              </a:lnSpc>
              <a:spcBef>
                <a:spcPts val="1001"/>
              </a:spcBef>
              <a:buClr>
                <a:srgbClr val="000000"/>
              </a:buClr>
              <a:buFont typeface="Arial"/>
              <a:buChar char="•"/>
            </a:pPr>
            <a:r>
              <a:rPr lang="en-US" sz="2000" dirty="0">
                <a:latin typeface="Times New Roman" panose="02020603050405020304" pitchFamily="18" charset="0"/>
                <a:cs typeface="Times New Roman" panose="02020603050405020304" pitchFamily="18" charset="0"/>
              </a:rPr>
              <a:t>Delayed Detection of Fetal Distress</a:t>
            </a:r>
          </a:p>
          <a:p>
            <a:pPr>
              <a:lnSpc>
                <a:spcPct val="150000"/>
              </a:lnSpc>
              <a:spcBef>
                <a:spcPts val="1001"/>
              </a:spcBef>
              <a:buClr>
                <a:srgbClr val="000000"/>
              </a:buClr>
              <a:buFont typeface="Arial"/>
              <a:buChar char="•"/>
            </a:pPr>
            <a:r>
              <a:rPr lang="en-US" sz="2000" dirty="0">
                <a:latin typeface="Times New Roman" panose="02020603050405020304" pitchFamily="18" charset="0"/>
                <a:cs typeface="Times New Roman" panose="02020603050405020304" pitchFamily="18" charset="0"/>
              </a:rPr>
              <a:t>Lack of Explainability in AI Models</a:t>
            </a:r>
          </a:p>
          <a:p>
            <a:pPr>
              <a:lnSpc>
                <a:spcPct val="150000"/>
              </a:lnSpc>
              <a:spcBef>
                <a:spcPts val="1001"/>
              </a:spcBef>
              <a:buClr>
                <a:srgbClr val="000000"/>
              </a:buClr>
              <a:buFont typeface="Arial"/>
              <a:buChar char="•"/>
            </a:pPr>
            <a:r>
              <a:rPr lang="en-IN" sz="2000" dirty="0">
                <a:latin typeface="Times New Roman" panose="02020603050405020304" pitchFamily="18" charset="0"/>
                <a:cs typeface="Times New Roman" panose="02020603050405020304" pitchFamily="18" charset="0"/>
              </a:rPr>
              <a:t>Limited and Imbalanced Dataset</a:t>
            </a:r>
          </a:p>
          <a:p>
            <a:pPr>
              <a:lnSpc>
                <a:spcPct val="150000"/>
              </a:lnSpc>
              <a:spcBef>
                <a:spcPts val="1001"/>
              </a:spcBef>
              <a:buClr>
                <a:srgbClr val="000000"/>
              </a:buClr>
              <a:buFont typeface="Arial"/>
              <a:buChar char="•"/>
            </a:pPr>
            <a:r>
              <a:rPr lang="en-US" sz="2000" dirty="0">
                <a:latin typeface="Times New Roman" panose="02020603050405020304" pitchFamily="18" charset="0"/>
                <a:cs typeface="Times New Roman" panose="02020603050405020304" pitchFamily="18" charset="0"/>
              </a:rPr>
              <a:t>Limited Automation and Decision Support</a:t>
            </a: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IN" sz="4000" b="1" strike="noStrike" spc="-1" dirty="0">
                <a:solidFill>
                  <a:srgbClr val="000000"/>
                </a:solidFill>
                <a:latin typeface="Times New Roman" panose="02020603050405020304" pitchFamily="18" charset="0"/>
                <a:cs typeface="Times New Roman" panose="02020603050405020304" pitchFamily="18" charset="0"/>
              </a:rPr>
              <a:t>PROPOSED APPROACH</a:t>
            </a:r>
            <a:endParaRPr lang="en-US" sz="4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85" name="PlaceHolder 2"/>
          <p:cNvSpPr>
            <a:spLocks noGrp="1"/>
          </p:cNvSpPr>
          <p:nvPr>
            <p:ph/>
          </p:nvPr>
        </p:nvSpPr>
        <p:spPr>
          <a:xfrm>
            <a:off x="838080" y="1518120"/>
            <a:ext cx="10515240" cy="4658400"/>
          </a:xfrm>
          <a:prstGeom prst="rect">
            <a:avLst/>
          </a:prstGeom>
          <a:noFill/>
          <a:ln w="0">
            <a:noFill/>
          </a:ln>
        </p:spPr>
        <p:txBody>
          <a:bodyPr anchor="t">
            <a:noAutofit/>
          </a:bodyPr>
          <a:lstStyle/>
          <a:p>
            <a:pPr>
              <a:lnSpc>
                <a:spcPct val="100000"/>
              </a:lnSpc>
              <a:spcBef>
                <a:spcPts val="1001"/>
              </a:spcBef>
              <a:buClr>
                <a:srgbClr val="000000"/>
              </a:buClr>
              <a:buFont typeface="Arial"/>
              <a:buChar char="•"/>
            </a:pPr>
            <a:r>
              <a:rPr lang="en-IN" sz="2000" dirty="0">
                <a:latin typeface="Times New Roman" panose="02020603050405020304" pitchFamily="18" charset="0"/>
                <a:cs typeface="Times New Roman" panose="02020603050405020304" pitchFamily="18" charset="0"/>
              </a:rPr>
              <a:t>Advanced Medical Data Integration </a:t>
            </a:r>
          </a:p>
          <a:p>
            <a:pPr>
              <a:lnSpc>
                <a:spcPct val="100000"/>
              </a:lnSpc>
              <a:spcBef>
                <a:spcPts val="1001"/>
              </a:spcBef>
              <a:buClr>
                <a:srgbClr val="000000"/>
              </a:buClr>
              <a:buFont typeface="Arial"/>
              <a:buChar char="•"/>
            </a:pPr>
            <a:r>
              <a:rPr lang="en-IN" sz="2000" dirty="0">
                <a:latin typeface="Times New Roman" panose="02020603050405020304" pitchFamily="18" charset="0"/>
                <a:cs typeface="Times New Roman" panose="02020603050405020304" pitchFamily="18" charset="0"/>
              </a:rPr>
              <a:t>Deep Learning Models </a:t>
            </a:r>
          </a:p>
          <a:p>
            <a:pPr>
              <a:lnSpc>
                <a:spcPct val="100000"/>
              </a:lnSpc>
              <a:spcBef>
                <a:spcPts val="1001"/>
              </a:spcBef>
              <a:buClr>
                <a:srgbClr val="000000"/>
              </a:buClr>
              <a:buFont typeface="Arial"/>
              <a:buChar char="•"/>
            </a:pPr>
            <a:r>
              <a:rPr lang="en-IN" sz="2000" dirty="0">
                <a:latin typeface="Times New Roman" panose="02020603050405020304" pitchFamily="18" charset="0"/>
                <a:cs typeface="Times New Roman" panose="02020603050405020304" pitchFamily="18" charset="0"/>
              </a:rPr>
              <a:t>Generative AI Integration </a:t>
            </a:r>
          </a:p>
          <a:p>
            <a:pPr>
              <a:lnSpc>
                <a:spcPct val="100000"/>
              </a:lnSpc>
              <a:spcBef>
                <a:spcPts val="1001"/>
              </a:spcBef>
              <a:buClr>
                <a:srgbClr val="000000"/>
              </a:buClr>
              <a:buFont typeface="Arial"/>
              <a:buChar char="•"/>
            </a:pPr>
            <a:r>
              <a:rPr lang="en-IN" sz="2000" dirty="0">
                <a:latin typeface="Times New Roman" panose="02020603050405020304" pitchFamily="18" charset="0"/>
                <a:cs typeface="Times New Roman" panose="02020603050405020304" pitchFamily="18" charset="0"/>
              </a:rPr>
              <a:t>Explainable AI Support</a:t>
            </a:r>
          </a:p>
          <a:p>
            <a:pPr>
              <a:lnSpc>
                <a:spcPct val="100000"/>
              </a:lnSpc>
              <a:spcBef>
                <a:spcPts val="1001"/>
              </a:spcBef>
              <a:buClr>
                <a:srgbClr val="000000"/>
              </a:buClr>
              <a:buFont typeface="Arial"/>
              <a:buChar char="•"/>
            </a:pPr>
            <a:r>
              <a:rPr lang="en-IN" sz="2000" dirty="0">
                <a:latin typeface="Times New Roman" panose="02020603050405020304" pitchFamily="18" charset="0"/>
                <a:cs typeface="Times New Roman" panose="02020603050405020304" pitchFamily="18" charset="0"/>
              </a:rPr>
              <a:t>Real-Time Monitoring Capability</a:t>
            </a:r>
            <a:endParaRPr lang="en-US" sz="200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1001"/>
              </a:spcBef>
              <a:buClr>
                <a:srgbClr val="000000"/>
              </a:buClr>
              <a:buFont typeface="Arial"/>
              <a:buChar char="•"/>
            </a:pPr>
            <a:r>
              <a:rPr lang="en-IN" sz="2000" dirty="0">
                <a:latin typeface="Times New Roman" panose="02020603050405020304" pitchFamily="18" charset="0"/>
                <a:cs typeface="Times New Roman" panose="02020603050405020304" pitchFamily="18" charset="0"/>
              </a:rPr>
              <a:t>Data Imbalance Handling </a:t>
            </a:r>
          </a:p>
          <a:p>
            <a:pPr>
              <a:lnSpc>
                <a:spcPct val="100000"/>
              </a:lnSpc>
              <a:spcBef>
                <a:spcPts val="1001"/>
              </a:spcBef>
              <a:buClr>
                <a:srgbClr val="000000"/>
              </a:buClr>
              <a:buFont typeface="Arial"/>
              <a:buChar char="•"/>
            </a:pPr>
            <a:r>
              <a:rPr lang="en-IN" sz="2000" dirty="0">
                <a:latin typeface="Times New Roman" panose="02020603050405020304" pitchFamily="18" charset="0"/>
                <a:cs typeface="Times New Roman" panose="02020603050405020304" pitchFamily="18" charset="0"/>
              </a:rPr>
              <a:t>Automated Decision Support </a:t>
            </a:r>
          </a:p>
          <a:p>
            <a:pPr>
              <a:lnSpc>
                <a:spcPct val="100000"/>
              </a:lnSpc>
              <a:spcBef>
                <a:spcPts val="1001"/>
              </a:spcBef>
              <a:buClr>
                <a:srgbClr val="000000"/>
              </a:buClr>
              <a:buFont typeface="Arial"/>
              <a:buChar char="•"/>
            </a:pPr>
            <a:r>
              <a:rPr lang="en-IN" sz="2000" dirty="0">
                <a:latin typeface="Times New Roman" panose="02020603050405020304" pitchFamily="18" charset="0"/>
                <a:cs typeface="Times New Roman" panose="02020603050405020304" pitchFamily="18" charset="0"/>
              </a:rPr>
              <a:t>Clinical Reliability Enhancement </a:t>
            </a:r>
          </a:p>
          <a:p>
            <a:pPr>
              <a:lnSpc>
                <a:spcPct val="100000"/>
              </a:lnSpc>
              <a:spcBef>
                <a:spcPts val="1001"/>
              </a:spcBef>
              <a:buClr>
                <a:srgbClr val="000000"/>
              </a:buClr>
              <a:buFont typeface="Arial"/>
              <a:buChar char="•"/>
            </a:pPr>
            <a:r>
              <a:rPr lang="en-IN" sz="2000" dirty="0">
                <a:latin typeface="Times New Roman" panose="02020603050405020304" pitchFamily="18" charset="0"/>
                <a:cs typeface="Times New Roman" panose="02020603050405020304" pitchFamily="18" charset="0"/>
              </a:rPr>
              <a:t>Scalable System Architecture </a:t>
            </a:r>
          </a:p>
          <a:p>
            <a:pPr>
              <a:lnSpc>
                <a:spcPct val="100000"/>
              </a:lnSpc>
              <a:spcBef>
                <a:spcPts val="1001"/>
              </a:spcBef>
              <a:buClr>
                <a:srgbClr val="000000"/>
              </a:buClr>
              <a:buFont typeface="Arial"/>
              <a:buChar char="•"/>
            </a:pPr>
            <a:r>
              <a:rPr lang="en-IN" sz="2000" dirty="0">
                <a:latin typeface="Times New Roman" panose="02020603050405020304" pitchFamily="18" charset="0"/>
                <a:cs typeface="Times New Roman" panose="02020603050405020304" pitchFamily="18" charset="0"/>
              </a:rPr>
              <a:t>Improved Prenatal Healthcare Outcomes</a:t>
            </a:r>
            <a:endParaRPr lang="en-US" sz="200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IN" sz="4400" b="1" strike="noStrike" spc="-1" dirty="0">
                <a:solidFill>
                  <a:srgbClr val="000000"/>
                </a:solidFill>
                <a:latin typeface="Times New Roman" panose="02020603050405020304" pitchFamily="18" charset="0"/>
                <a:cs typeface="Times New Roman" panose="02020603050405020304" pitchFamily="18" charset="0"/>
              </a:rPr>
              <a:t>BENEFITS OF PROPOSED SYSTEM</a:t>
            </a:r>
            <a:endParaRPr lang="en-US" sz="4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87" name="PlaceHolder 2"/>
          <p:cNvSpPr>
            <a:spLocks noGrp="1"/>
          </p:cNvSpPr>
          <p:nvPr>
            <p:ph/>
          </p:nvPr>
        </p:nvSpPr>
        <p:spPr>
          <a:xfrm>
            <a:off x="838080" y="1825560"/>
            <a:ext cx="10515240" cy="4350960"/>
          </a:xfrm>
          <a:prstGeom prst="rect">
            <a:avLst/>
          </a:prstGeom>
          <a:noFill/>
          <a:ln w="0">
            <a:noFill/>
          </a:ln>
        </p:spPr>
        <p:txBody>
          <a:bodyPr anchor="t">
            <a:noAutofit/>
          </a:bodyPr>
          <a:lstStyle/>
          <a:p>
            <a:pPr>
              <a:lnSpc>
                <a:spcPct val="150000"/>
              </a:lnSpc>
              <a:spcBef>
                <a:spcPts val="1001"/>
              </a:spcBef>
              <a:buClr>
                <a:srgbClr val="000000"/>
              </a:buClr>
              <a:buFont typeface="Arial"/>
              <a:buChar char="•"/>
            </a:pPr>
            <a:r>
              <a:rPr lang="en-IN" sz="2000" dirty="0">
                <a:latin typeface="Times New Roman" panose="02020603050405020304" pitchFamily="18" charset="0"/>
                <a:cs typeface="Times New Roman" panose="02020603050405020304" pitchFamily="18" charset="0"/>
              </a:rPr>
              <a:t>Early Detection of Complications</a:t>
            </a:r>
          </a:p>
          <a:p>
            <a:pPr>
              <a:lnSpc>
                <a:spcPct val="150000"/>
              </a:lnSpc>
              <a:spcBef>
                <a:spcPts val="1001"/>
              </a:spcBef>
              <a:buClr>
                <a:srgbClr val="000000"/>
              </a:buClr>
              <a:buFont typeface="Arial"/>
              <a:buChar char="•"/>
            </a:pPr>
            <a:r>
              <a:rPr lang="en-IN" sz="2000" dirty="0">
                <a:latin typeface="Times New Roman" panose="02020603050405020304" pitchFamily="18" charset="0"/>
                <a:cs typeface="Times New Roman" panose="02020603050405020304" pitchFamily="18" charset="0"/>
              </a:rPr>
              <a:t>Improved Prediction Accuracy</a:t>
            </a:r>
          </a:p>
          <a:p>
            <a:pPr>
              <a:lnSpc>
                <a:spcPct val="150000"/>
              </a:lnSpc>
              <a:spcBef>
                <a:spcPts val="1001"/>
              </a:spcBef>
              <a:buClr>
                <a:srgbClr val="000000"/>
              </a:buClr>
              <a:buFont typeface="Arial"/>
              <a:buChar char="•"/>
            </a:pPr>
            <a:r>
              <a:rPr lang="en-IN" sz="2000" dirty="0">
                <a:latin typeface="Times New Roman" panose="02020603050405020304" pitchFamily="18" charset="0"/>
                <a:cs typeface="Times New Roman" panose="02020603050405020304" pitchFamily="18" charset="0"/>
              </a:rPr>
              <a:t>Reduced Human Error</a:t>
            </a:r>
          </a:p>
          <a:p>
            <a:pPr>
              <a:lnSpc>
                <a:spcPct val="150000"/>
              </a:lnSpc>
              <a:spcBef>
                <a:spcPts val="1001"/>
              </a:spcBef>
              <a:buClr>
                <a:srgbClr val="000000"/>
              </a:buClr>
              <a:buFont typeface="Arial"/>
              <a:buChar char="•"/>
            </a:pPr>
            <a:r>
              <a:rPr lang="en-IN" sz="2000" dirty="0">
                <a:latin typeface="Times New Roman" panose="02020603050405020304" pitchFamily="18" charset="0"/>
                <a:cs typeface="Times New Roman" panose="02020603050405020304" pitchFamily="18" charset="0"/>
              </a:rPr>
              <a:t>Explainable AI Decisions</a:t>
            </a:r>
          </a:p>
          <a:p>
            <a:pPr>
              <a:lnSpc>
                <a:spcPct val="150000"/>
              </a:lnSpc>
              <a:spcBef>
                <a:spcPts val="1001"/>
              </a:spcBef>
              <a:buClr>
                <a:srgbClr val="000000"/>
              </a:buClr>
              <a:buFont typeface="Arial"/>
              <a:buChar char="•"/>
            </a:pPr>
            <a:r>
              <a:rPr lang="en-IN" sz="2000" dirty="0">
                <a:latin typeface="Times New Roman" panose="02020603050405020304" pitchFamily="18" charset="0"/>
                <a:cs typeface="Times New Roman" panose="02020603050405020304" pitchFamily="18" charset="0"/>
              </a:rPr>
              <a:t>Data Scarcity Solution</a:t>
            </a:r>
          </a:p>
          <a:p>
            <a:pPr>
              <a:lnSpc>
                <a:spcPct val="150000"/>
              </a:lnSpc>
              <a:spcBef>
                <a:spcPts val="1001"/>
              </a:spcBef>
              <a:buClr>
                <a:srgbClr val="000000"/>
              </a:buClr>
              <a:buFont typeface="Arial"/>
              <a:buChar char="•"/>
            </a:pPr>
            <a:r>
              <a:rPr lang="en-IN" sz="2000" dirty="0">
                <a:latin typeface="Times New Roman" panose="02020603050405020304" pitchFamily="18" charset="0"/>
                <a:cs typeface="Times New Roman" panose="02020603050405020304" pitchFamily="18" charset="0"/>
              </a:rPr>
              <a:t>Better Prenatal Healthcare Outcomes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PlaceHolder 1"/>
          <p:cNvSpPr>
            <a:spLocks noGrp="1"/>
          </p:cNvSpPr>
          <p:nvPr>
            <p:ph/>
          </p:nvPr>
        </p:nvSpPr>
        <p:spPr>
          <a:xfrm>
            <a:off x="838080" y="603720"/>
            <a:ext cx="10515240" cy="5969160"/>
          </a:xfrm>
          <a:prstGeom prst="rect">
            <a:avLst/>
          </a:prstGeom>
          <a:noFill/>
          <a:ln w="0">
            <a:noFill/>
          </a:ln>
        </p:spPr>
        <p:txBody>
          <a:bodyPr anchor="t">
            <a:normAutofit fontScale="92500" lnSpcReduction="10000"/>
          </a:bodyPr>
          <a:lstStyle/>
          <a:p>
            <a:pPr indent="0" algn="just">
              <a:lnSpc>
                <a:spcPct val="90000"/>
              </a:lnSpc>
              <a:spcBef>
                <a:spcPts val="1001"/>
              </a:spcBef>
              <a:buNone/>
              <a:tabLst>
                <a:tab pos="0" algn="l"/>
              </a:tabLst>
            </a:pPr>
            <a:r>
              <a:rPr lang="en-US" sz="4700" b="1" strike="noStrike" spc="-1" dirty="0">
                <a:solidFill>
                  <a:srgbClr val="000000"/>
                </a:solidFill>
                <a:latin typeface="Times New Roman" panose="02020603050405020304" pitchFamily="18" charset="0"/>
                <a:cs typeface="Times New Roman" panose="02020603050405020304" pitchFamily="18" charset="0"/>
              </a:rPr>
              <a:t>PROBLEM STATEMENT :</a:t>
            </a:r>
            <a:endParaRPr lang="en-US" sz="4700" b="0" strike="noStrike" spc="-1" dirty="0">
              <a:solidFill>
                <a:srgbClr val="000000"/>
              </a:solidFill>
              <a:latin typeface="Times New Roman" panose="02020603050405020304" pitchFamily="18" charset="0"/>
              <a:cs typeface="Times New Roman" panose="02020603050405020304" pitchFamily="18" charset="0"/>
            </a:endParaRPr>
          </a:p>
          <a:p>
            <a:pPr marL="685800" indent="-457200" algn="just">
              <a:spcBef>
                <a:spcPts val="1001"/>
              </a:spcBef>
              <a:buFontTx/>
              <a:buChar char="-"/>
              <a:tabLst>
                <a:tab pos="0" algn="l"/>
              </a:tabLst>
            </a:pPr>
            <a:r>
              <a:rPr lang="en-US" sz="2400" dirty="0">
                <a:latin typeface="Times New Roman" panose="02020603050405020304" pitchFamily="18" charset="0"/>
                <a:cs typeface="Times New Roman" panose="02020603050405020304" pitchFamily="18" charset="0"/>
              </a:rPr>
              <a:t>Modern prenatal healthcare faces increasing challenges in ensuring continuous and accurate fetal monitoring while managing limited clinical resources</a:t>
            </a:r>
            <a:r>
              <a:rPr lang="en-US" sz="2400" spc="-1" dirty="0">
                <a:solidFill>
                  <a:srgbClr val="000000"/>
                </a:solidFill>
                <a:latin typeface="Times New Roman" panose="02020603050405020304" pitchFamily="18" charset="0"/>
                <a:cs typeface="Times New Roman" panose="02020603050405020304" pitchFamily="18" charset="0"/>
              </a:rPr>
              <a:t>.</a:t>
            </a:r>
          </a:p>
          <a:p>
            <a:pPr marL="685800" indent="-457200" algn="just">
              <a:spcBef>
                <a:spcPts val="1001"/>
              </a:spcBef>
              <a:buFontTx/>
              <a:buChar char="-"/>
              <a:tabLst>
                <a:tab pos="0" algn="l"/>
              </a:tabLst>
            </a:pPr>
            <a:r>
              <a:rPr lang="en-US" sz="2400" b="0" strike="noStrike" spc="-1" dirty="0">
                <a:solidFill>
                  <a:srgbClr val="000000"/>
                </a:solidFill>
                <a:latin typeface="Times New Roman" panose="02020603050405020304" pitchFamily="18" charset="0"/>
                <a:cs typeface="Times New Roman" panose="02020603050405020304" pitchFamily="18" charset="0"/>
              </a:rPr>
              <a:t>Conventional monitoring methods such as CTG rely heavily on manual interpretation and expert supervision, which may lead to subjective decisions and delayed diagnosis.</a:t>
            </a:r>
          </a:p>
          <a:p>
            <a:pPr marL="685800" indent="-457200" algn="just">
              <a:spcBef>
                <a:spcPts val="1001"/>
              </a:spcBef>
              <a:buFontTx/>
              <a:buChar char="-"/>
              <a:tabLst>
                <a:tab pos="0" algn="l"/>
              </a:tabLst>
            </a:pPr>
            <a:r>
              <a:rPr lang="en-US" sz="2400" b="1" dirty="0">
                <a:latin typeface="Times New Roman" panose="02020603050405020304" pitchFamily="18" charset="0"/>
                <a:cs typeface="Times New Roman" panose="02020603050405020304" pitchFamily="18" charset="0"/>
              </a:rPr>
              <a:t>Key Problem:</a:t>
            </a:r>
            <a:r>
              <a:rPr lang="en-US" sz="2400" dirty="0">
                <a:latin typeface="Times New Roman" panose="02020603050405020304" pitchFamily="18" charset="0"/>
                <a:cs typeface="Times New Roman" panose="02020603050405020304" pitchFamily="18" charset="0"/>
              </a:rPr>
              <a:t> The need for an intelligent, adaptable, and explainable AI-driven system that can</a:t>
            </a:r>
            <a:r>
              <a:rPr lang="en-US" sz="2400" b="0" strike="noStrike" spc="-1" dirty="0">
                <a:solidFill>
                  <a:srgbClr val="000000"/>
                </a:solidFill>
                <a:latin typeface="Times New Roman" panose="02020603050405020304" pitchFamily="18" charset="0"/>
                <a:cs typeface="Times New Roman" panose="02020603050405020304" pitchFamily="18" charset="0"/>
              </a:rPr>
              <a:t>:  </a:t>
            </a:r>
          </a:p>
          <a:p>
            <a:pPr marL="209880" indent="-209880" algn="just">
              <a:spcBef>
                <a:spcPts val="1001"/>
              </a:spcBef>
              <a:buClr>
                <a:srgbClr val="000000"/>
              </a:buClr>
              <a:buFont typeface="Arial"/>
              <a:buChar char="•"/>
              <a:tabLst>
                <a:tab pos="0" algn="l"/>
              </a:tabLst>
            </a:pPr>
            <a:r>
              <a:rPr lang="en-US" sz="2400" b="1" strike="noStrike" spc="-1" dirty="0">
                <a:solidFill>
                  <a:srgbClr val="000000"/>
                </a:solidFill>
                <a:latin typeface="Times New Roman" panose="02020603050405020304" pitchFamily="18" charset="0"/>
                <a:cs typeface="Times New Roman" panose="02020603050405020304" pitchFamily="18" charset="0"/>
              </a:rPr>
              <a:t>Capture Medical Complexity: </a:t>
            </a:r>
            <a:r>
              <a:rPr lang="en-US" sz="2400" dirty="0">
                <a:latin typeface="Times New Roman" panose="02020603050405020304" pitchFamily="18" charset="0"/>
                <a:cs typeface="Times New Roman" panose="02020603050405020304" pitchFamily="18" charset="0"/>
              </a:rPr>
              <a:t>Analyze intricate patterns in fetal heart rate variability and uterine contraction data.</a:t>
            </a:r>
            <a:endParaRPr lang="en-US" sz="2400" b="0" strike="noStrike" spc="-1" dirty="0">
              <a:solidFill>
                <a:srgbClr val="000000"/>
              </a:solidFill>
              <a:latin typeface="Times New Roman" panose="02020603050405020304" pitchFamily="18" charset="0"/>
              <a:cs typeface="Times New Roman" panose="02020603050405020304" pitchFamily="18" charset="0"/>
            </a:endParaRPr>
          </a:p>
          <a:p>
            <a:pPr marL="209880" indent="-209880" algn="just">
              <a:spcBef>
                <a:spcPts val="1001"/>
              </a:spcBef>
              <a:buClr>
                <a:srgbClr val="000000"/>
              </a:buClr>
              <a:buFont typeface="Arial"/>
              <a:buChar char="•"/>
              <a:tabLst>
                <a:tab pos="0" algn="l"/>
              </a:tabLst>
            </a:pPr>
            <a:r>
              <a:rPr lang="en-US" sz="2400" b="1" strike="noStrike" spc="-1" dirty="0">
                <a:solidFill>
                  <a:srgbClr val="000000"/>
                </a:solidFill>
                <a:latin typeface="Times New Roman" panose="02020603050405020304" pitchFamily="18" charset="0"/>
                <a:cs typeface="Times New Roman" panose="02020603050405020304" pitchFamily="18" charset="0"/>
              </a:rPr>
              <a:t>Adapt to Dynamic Conditions: </a:t>
            </a:r>
            <a:r>
              <a:rPr lang="en-US" sz="2400" dirty="0">
                <a:latin typeface="Times New Roman" panose="02020603050405020304" pitchFamily="18" charset="0"/>
                <a:cs typeface="Times New Roman" panose="02020603050405020304" pitchFamily="18" charset="0"/>
              </a:rPr>
              <a:t>Provide real-time monitoring and timely alerts for changing fetal health conditions.</a:t>
            </a:r>
            <a:endParaRPr lang="en-US" sz="2400" b="0" strike="noStrike" spc="-1" dirty="0">
              <a:solidFill>
                <a:srgbClr val="000000"/>
              </a:solidFill>
              <a:latin typeface="Times New Roman" panose="02020603050405020304" pitchFamily="18" charset="0"/>
              <a:cs typeface="Times New Roman" panose="02020603050405020304" pitchFamily="18" charset="0"/>
            </a:endParaRPr>
          </a:p>
          <a:p>
            <a:pPr marL="209880" indent="-209880" algn="just">
              <a:spcBef>
                <a:spcPts val="1001"/>
              </a:spcBef>
              <a:buClr>
                <a:srgbClr val="000000"/>
              </a:buClr>
              <a:buFont typeface="Arial"/>
              <a:buChar char="•"/>
              <a:tabLst>
                <a:tab pos="0" algn="l"/>
              </a:tabLst>
            </a:pPr>
            <a:r>
              <a:rPr lang="en-US" sz="2400" b="1" strike="noStrike" spc="-1" dirty="0">
                <a:solidFill>
                  <a:srgbClr val="000000"/>
                </a:solidFill>
                <a:latin typeface="Times New Roman" panose="02020603050405020304" pitchFamily="18" charset="0"/>
                <a:cs typeface="Times New Roman" panose="02020603050405020304" pitchFamily="18" charset="0"/>
              </a:rPr>
              <a:t>Enhance Clinical Accuracy: </a:t>
            </a:r>
            <a:r>
              <a:rPr lang="en-US" sz="2400" dirty="0">
                <a:latin typeface="Times New Roman" panose="02020603050405020304" pitchFamily="18" charset="0"/>
                <a:cs typeface="Times New Roman" panose="02020603050405020304" pitchFamily="18" charset="0"/>
              </a:rPr>
              <a:t>Reduce human error and improve reliability of fetal health classification.</a:t>
            </a:r>
          </a:p>
          <a:p>
            <a:pPr marL="209880" indent="-209880" algn="just">
              <a:spcBef>
                <a:spcPts val="1001"/>
              </a:spcBef>
              <a:buClr>
                <a:srgbClr val="000000"/>
              </a:buClr>
              <a:buFont typeface="Arial"/>
              <a:buChar char="•"/>
              <a:tabLst>
                <a:tab pos="0" algn="l"/>
              </a:tabLst>
            </a:pPr>
            <a:r>
              <a:rPr lang="en-US" sz="2400" b="1" strike="noStrike" spc="-1" dirty="0">
                <a:solidFill>
                  <a:srgbClr val="000000"/>
                </a:solidFill>
                <a:latin typeface="Times New Roman" panose="02020603050405020304" pitchFamily="18" charset="0"/>
                <a:cs typeface="Times New Roman" panose="02020603050405020304" pitchFamily="18" charset="0"/>
              </a:rPr>
              <a:t>Address Data Scarcity: </a:t>
            </a:r>
            <a:r>
              <a:rPr lang="en-US" sz="2400" dirty="0">
                <a:latin typeface="Times New Roman" panose="02020603050405020304" pitchFamily="18" charset="0"/>
                <a:cs typeface="Times New Roman" panose="02020603050405020304" pitchFamily="18" charset="0"/>
              </a:rPr>
              <a:t>Overcome limited and imbalanced medical datasets using advanced techniques</a:t>
            </a:r>
            <a:r>
              <a:rPr lang="en-US" sz="2400" b="0" strike="noStrike" spc="-1" dirty="0">
                <a:solidFill>
                  <a:srgbClr val="000000"/>
                </a:solidFill>
                <a:latin typeface="Times New Roman" panose="02020603050405020304" pitchFamily="18" charset="0"/>
                <a:cs typeface="Times New Roman" panose="02020603050405020304" pitchFamily="18" charset="0"/>
              </a:rPr>
              <a:t>.   </a:t>
            </a:r>
          </a:p>
          <a:p>
            <a:pPr marL="209880" indent="-209880" algn="just">
              <a:spcBef>
                <a:spcPts val="1001"/>
              </a:spcBef>
              <a:buClr>
                <a:srgbClr val="000000"/>
              </a:buClr>
              <a:buFont typeface="Arial"/>
              <a:buChar char="•"/>
              <a:tabLst>
                <a:tab pos="0" algn="l"/>
              </a:tabLst>
            </a:pPr>
            <a:r>
              <a:rPr lang="en-US" sz="2400" b="1" strike="noStrike" spc="-1" dirty="0">
                <a:solidFill>
                  <a:srgbClr val="000000"/>
                </a:solidFill>
                <a:latin typeface="Times New Roman" panose="02020603050405020304" pitchFamily="18" charset="0"/>
                <a:cs typeface="Times New Roman" panose="02020603050405020304" pitchFamily="18" charset="0"/>
              </a:rPr>
              <a:t>Ensure Fetal Safety: </a:t>
            </a:r>
            <a:r>
              <a:rPr lang="en-US" sz="2400" dirty="0">
                <a:latin typeface="Times New Roman" panose="02020603050405020304" pitchFamily="18" charset="0"/>
                <a:cs typeface="Times New Roman" panose="02020603050405020304" pitchFamily="18" charset="0"/>
              </a:rPr>
              <a:t>Support faster detection of fetal distress to improve maternal and neonatal outcomes.</a:t>
            </a:r>
            <a:endParaRPr lang="en-US" sz="24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65BA43-AE0D-6C34-0DB9-D0AA13358C3B}"/>
              </a:ext>
            </a:extLst>
          </p:cNvPr>
          <p:cNvSpPr txBox="1"/>
          <p:nvPr/>
        </p:nvSpPr>
        <p:spPr>
          <a:xfrm>
            <a:off x="516467" y="431800"/>
            <a:ext cx="11226800" cy="4169859"/>
          </a:xfrm>
          <a:prstGeom prst="rect">
            <a:avLst/>
          </a:prstGeom>
          <a:noFill/>
        </p:spPr>
        <p:txBody>
          <a:bodyPr wrap="square" rtlCol="0">
            <a:spAutoFit/>
          </a:bodyPr>
          <a:lstStyle/>
          <a:p>
            <a:pPr>
              <a:lnSpc>
                <a:spcPct val="150000"/>
              </a:lnSpc>
            </a:pPr>
            <a:r>
              <a:rPr lang="en-IN" sz="4000" b="1" dirty="0">
                <a:latin typeface="Times New Roman" panose="02020603050405020304" pitchFamily="18" charset="0"/>
                <a:cs typeface="Times New Roman" panose="02020603050405020304" pitchFamily="18" charset="0"/>
              </a:rPr>
              <a:t>OBJECTIVES:</a:t>
            </a:r>
          </a:p>
          <a:p>
            <a:pPr marL="342900" indent="-3429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design an intelligent fetal health monitoring system</a:t>
            </a:r>
          </a:p>
          <a:p>
            <a:pPr marL="342900"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Multilingual Clinical Report Generation</a:t>
            </a:r>
          </a:p>
          <a:p>
            <a:pPr marL="342900" indent="-3429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Federated Learning for Data Privacy</a:t>
            </a:r>
          </a:p>
          <a:p>
            <a:pPr marL="342900" indent="-3429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Advanced Hybrid Deep Learning Models</a:t>
            </a:r>
          </a:p>
          <a:p>
            <a:pPr marL="342900"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Large-Scale Clinical Validation</a:t>
            </a:r>
          </a:p>
        </p:txBody>
      </p:sp>
    </p:spTree>
    <p:extLst>
      <p:ext uri="{BB962C8B-B14F-4D97-AF65-F5344CB8AC3E}">
        <p14:creationId xmlns:p14="http://schemas.microsoft.com/office/powerpoint/2010/main" val="3424807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4400" b="1" strike="noStrike" spc="-1" dirty="0">
                <a:solidFill>
                  <a:srgbClr val="000000"/>
                </a:solidFill>
                <a:latin typeface="Times New Roman" panose="02020603050405020304" pitchFamily="18" charset="0"/>
                <a:cs typeface="Times New Roman" panose="02020603050405020304" pitchFamily="18" charset="0"/>
              </a:rPr>
              <a:t>METHODOLOGY</a:t>
            </a:r>
            <a:endParaRPr lang="en-US" sz="4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90" name="PlaceHolder 2"/>
          <p:cNvSpPr>
            <a:spLocks noGrp="1"/>
          </p:cNvSpPr>
          <p:nvPr>
            <p:ph/>
          </p:nvPr>
        </p:nvSpPr>
        <p:spPr>
          <a:xfrm>
            <a:off x="838080" y="1583684"/>
            <a:ext cx="10515240" cy="4667040"/>
          </a:xfrm>
          <a:prstGeom prst="rect">
            <a:avLst/>
          </a:prstGeom>
          <a:noFill/>
          <a:ln w="0">
            <a:noFill/>
          </a:ln>
        </p:spPr>
        <p:txBody>
          <a:bodyPr anchor="t">
            <a:normAutofit fontScale="97000"/>
          </a:bodyPr>
          <a:lstStyle/>
          <a:p>
            <a:pPr marL="221400" indent="-221400" algn="just">
              <a:lnSpc>
                <a:spcPct val="150000"/>
              </a:lnSpc>
              <a:spcBef>
                <a:spcPts val="1001"/>
              </a:spcBef>
              <a:buClr>
                <a:srgbClr val="000000"/>
              </a:buClr>
              <a:buFont typeface="Arial"/>
              <a:buChar char="•"/>
            </a:pPr>
            <a:r>
              <a:rPr lang="en-US" sz="2400" dirty="0">
                <a:latin typeface="Times New Roman" panose="02020603050405020304" pitchFamily="18" charset="0"/>
                <a:cs typeface="Times New Roman" panose="02020603050405020304" pitchFamily="18" charset="0"/>
              </a:rPr>
              <a:t>Fetal health data from CTG and PhysioNet datasets is collected, cleaned, normalized, and important features such as heart rate variability and uterine contractions are extracted</a:t>
            </a:r>
          </a:p>
          <a:p>
            <a:pPr marL="221400" indent="-221400" algn="just">
              <a:lnSpc>
                <a:spcPct val="150000"/>
              </a:lnSpc>
              <a:spcBef>
                <a:spcPts val="1001"/>
              </a:spcBef>
              <a:buClr>
                <a:srgbClr val="000000"/>
              </a:buClr>
              <a:buFont typeface="Arial"/>
              <a:buChar char="•"/>
            </a:pPr>
            <a:r>
              <a:rPr lang="en-IN" sz="2400" dirty="0">
                <a:latin typeface="Times New Roman" panose="02020603050405020304" pitchFamily="18" charset="0"/>
                <a:cs typeface="Times New Roman" panose="02020603050405020304" pitchFamily="18" charset="0"/>
              </a:rPr>
              <a:t>LSTM and CNN-LSTM models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time-series data for classification, while GANs generate synthetic data to handle data imbalance and improve model performance</a:t>
            </a:r>
            <a:r>
              <a:rPr lang="en-US" sz="2400" b="0" strike="noStrike" spc="-1" dirty="0">
                <a:solidFill>
                  <a:srgbClr val="000000"/>
                </a:solidFill>
                <a:latin typeface="Times New Roman" panose="02020603050405020304" pitchFamily="18" charset="0"/>
                <a:cs typeface="Times New Roman" panose="02020603050405020304" pitchFamily="18" charset="0"/>
              </a:rPr>
              <a:t>.</a:t>
            </a:r>
          </a:p>
          <a:p>
            <a:pPr marL="221400" indent="-221400" algn="just">
              <a:lnSpc>
                <a:spcPct val="150000"/>
              </a:lnSpc>
              <a:spcBef>
                <a:spcPts val="1001"/>
              </a:spcBef>
              <a:buClr>
                <a:srgbClr val="000000"/>
              </a:buClr>
              <a:buFont typeface="Arial"/>
              <a:buChar char="•"/>
            </a:pPr>
            <a:r>
              <a:rPr lang="en-US" sz="2400" b="0" strike="noStrike" spc="-1" dirty="0">
                <a:solidFill>
                  <a:srgbClr val="000000"/>
                </a:solidFill>
                <a:latin typeface="Times New Roman" panose="02020603050405020304" pitchFamily="18" charset="0"/>
                <a:cs typeface="Times New Roman" panose="02020603050405020304" pitchFamily="18" charset="0"/>
              </a:rPr>
              <a:t>Large Language Models convert predictions into clear medical explanations and automated reports, enabling reliable and intelligent decision support.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TextBox 11"/>
          <p:cNvSpPr/>
          <p:nvPr/>
        </p:nvSpPr>
        <p:spPr>
          <a:xfrm>
            <a:off x="1155960" y="465840"/>
            <a:ext cx="6365880" cy="70643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IN" sz="4000" b="1" strike="noStrike" spc="-1" dirty="0">
                <a:solidFill>
                  <a:srgbClr val="000000"/>
                </a:solidFill>
                <a:latin typeface="Times New Roman" panose="02020603050405020304" pitchFamily="18" charset="0"/>
                <a:ea typeface="Calibri"/>
                <a:cs typeface="Times New Roman" panose="02020603050405020304" pitchFamily="18" charset="0"/>
              </a:rPr>
              <a:t>KEY COMPONENTS </a:t>
            </a:r>
            <a:endParaRPr lang="en-IN" sz="4000" b="0" strike="noStrike" spc="-1" dirty="0">
              <a:solidFill>
                <a:srgbClr val="00000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89D3AF6-AA10-786E-BF5E-7D2DB9FF3E18}"/>
              </a:ext>
            </a:extLst>
          </p:cNvPr>
          <p:cNvPicPr>
            <a:picLocks noChangeAspect="1"/>
          </p:cNvPicPr>
          <p:nvPr/>
        </p:nvPicPr>
        <p:blipFill>
          <a:blip r:embed="rId2">
            <a:extLst>
              <a:ext uri="{28A0092B-C50C-407E-A947-70E740481C1C}">
                <a14:useLocalDpi xmlns:a14="http://schemas.microsoft.com/office/drawing/2010/main" val="0"/>
              </a:ext>
            </a:extLst>
          </a:blip>
          <a:srcRect b="8467"/>
          <a:stretch>
            <a:fillRect/>
          </a:stretch>
        </p:blipFill>
        <p:spPr>
          <a:xfrm>
            <a:off x="1806740" y="1356177"/>
            <a:ext cx="8951495" cy="503598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PlaceHolder 1"/>
          <p:cNvSpPr>
            <a:spLocks noGrp="1"/>
          </p:cNvSpPr>
          <p:nvPr>
            <p:ph/>
          </p:nvPr>
        </p:nvSpPr>
        <p:spPr>
          <a:xfrm>
            <a:off x="838080" y="465840"/>
            <a:ext cx="10515240" cy="5710680"/>
          </a:xfrm>
          <a:prstGeom prst="rect">
            <a:avLst/>
          </a:prstGeom>
          <a:noFill/>
          <a:ln w="0">
            <a:noFill/>
          </a:ln>
        </p:spPr>
        <p:txBody>
          <a:bodyPr anchor="t">
            <a:noAutofit/>
          </a:bodyPr>
          <a:lstStyle/>
          <a:p>
            <a:pPr algn="just">
              <a:lnSpc>
                <a:spcPct val="150000"/>
              </a:lnSpc>
              <a:spcBef>
                <a:spcPts val="1001"/>
              </a:spcBef>
              <a:spcAft>
                <a:spcPts val="799"/>
              </a:spcAft>
              <a:buClr>
                <a:srgbClr val="000000"/>
              </a:buClr>
              <a:buFont typeface="Arial"/>
              <a:buChar char="•"/>
            </a:pPr>
            <a:r>
              <a:rPr lang="en-IN" sz="2200" b="1" strike="noStrike" spc="-1" dirty="0">
                <a:solidFill>
                  <a:srgbClr val="000000"/>
                </a:solidFill>
                <a:latin typeface="Times New Roman" panose="02020603050405020304" pitchFamily="18" charset="0"/>
                <a:ea typeface="Calibri"/>
                <a:cs typeface="Times New Roman" panose="02020603050405020304" pitchFamily="18" charset="0"/>
              </a:rPr>
              <a:t>Data Acquisition</a:t>
            </a:r>
            <a:r>
              <a:rPr lang="en-IN" sz="2200" b="0" strike="noStrike" spc="-1" dirty="0">
                <a:solidFill>
                  <a:srgbClr val="000000"/>
                </a:solidFill>
                <a:latin typeface="Times New Roman" panose="02020603050405020304" pitchFamily="18" charset="0"/>
                <a:ea typeface="Calibri"/>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 system begins by collecting fetal health data from publicly available datasets such as Cardiotocography (CTG) and PhysioNet, or directly from monitoring sensors. This ensures reliable time-series data for accurate analysis.</a:t>
            </a:r>
          </a:p>
          <a:p>
            <a:pPr algn="just">
              <a:lnSpc>
                <a:spcPct val="150000"/>
              </a:lnSpc>
              <a:spcBef>
                <a:spcPts val="1001"/>
              </a:spcBef>
              <a:spcAft>
                <a:spcPts val="799"/>
              </a:spcAft>
              <a:buClr>
                <a:srgbClr val="000000"/>
              </a:buClr>
              <a:buFont typeface="Arial"/>
              <a:buChar char="•"/>
            </a:pPr>
            <a:r>
              <a:rPr lang="en-IN" sz="2200" b="1" strike="noStrike" spc="-1" dirty="0">
                <a:solidFill>
                  <a:srgbClr val="000000"/>
                </a:solidFill>
                <a:latin typeface="Times New Roman" panose="02020603050405020304" pitchFamily="18" charset="0"/>
                <a:ea typeface="Calibri"/>
                <a:cs typeface="Times New Roman" panose="02020603050405020304" pitchFamily="18" charset="0"/>
              </a:rPr>
              <a:t>Data Preprocessing &amp; Feature Extraction</a:t>
            </a:r>
            <a:r>
              <a:rPr lang="en-IN" sz="2200" b="0" strike="noStrike" spc="-1" dirty="0">
                <a:solidFill>
                  <a:srgbClr val="000000"/>
                </a:solidFill>
                <a:latin typeface="Times New Roman" panose="02020603050405020304" pitchFamily="18" charset="0"/>
                <a:ea typeface="Calibri"/>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 collected data is cleaned using noise removal and normalization techniques. Important clinical features such as fetal heart rate variability, accelerations, decelerations, and uterine contraction patterns are extracted for meaningful analysis.</a:t>
            </a:r>
          </a:p>
          <a:p>
            <a:pPr algn="just">
              <a:lnSpc>
                <a:spcPct val="150000"/>
              </a:lnSpc>
              <a:spcBef>
                <a:spcPts val="1001"/>
              </a:spcBef>
              <a:spcAft>
                <a:spcPts val="799"/>
              </a:spcAft>
              <a:buClr>
                <a:srgbClr val="000000"/>
              </a:buClr>
              <a:buFont typeface="Arial"/>
              <a:buChar char="•"/>
            </a:pPr>
            <a:r>
              <a:rPr lang="en-IN" sz="2200" b="1" strike="noStrike" spc="-1" dirty="0">
                <a:solidFill>
                  <a:srgbClr val="000000"/>
                </a:solidFill>
                <a:latin typeface="Times New Roman" panose="02020603050405020304" pitchFamily="18" charset="0"/>
                <a:ea typeface="Calibri"/>
                <a:cs typeface="Times New Roman" panose="02020603050405020304" pitchFamily="18" charset="0"/>
              </a:rPr>
              <a:t>Deep Learning-Based Prediction</a:t>
            </a:r>
            <a:r>
              <a:rPr lang="en-IN" sz="2200" b="0" strike="noStrike" spc="-1" dirty="0">
                <a:solidFill>
                  <a:srgbClr val="000000"/>
                </a:solidFill>
                <a:latin typeface="Times New Roman" panose="02020603050405020304" pitchFamily="18" charset="0"/>
                <a:ea typeface="Calibri"/>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LSTM and CNN-LSTM models analyze the processed time-series data. The trained model classifies fetal conditions into normal, suspect, and pathological categories for early detection of complications.</a:t>
            </a:r>
            <a:endParaRPr lang="en-US" sz="22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PlaceHolder 1"/>
          <p:cNvSpPr>
            <a:spLocks noGrp="1"/>
          </p:cNvSpPr>
          <p:nvPr>
            <p:ph/>
          </p:nvPr>
        </p:nvSpPr>
        <p:spPr>
          <a:xfrm>
            <a:off x="838380" y="288758"/>
            <a:ext cx="10515240" cy="6030000"/>
          </a:xfrm>
          <a:prstGeom prst="rect">
            <a:avLst/>
          </a:prstGeom>
          <a:noFill/>
          <a:ln w="0">
            <a:noFill/>
          </a:ln>
        </p:spPr>
        <p:txBody>
          <a:bodyPr anchor="t">
            <a:normAutofit fontScale="99000"/>
          </a:bodyPr>
          <a:lstStyle/>
          <a:p>
            <a:pPr indent="0" algn="just">
              <a:lnSpc>
                <a:spcPct val="107000"/>
              </a:lnSpc>
              <a:spcBef>
                <a:spcPts val="1001"/>
              </a:spcBef>
              <a:spcAft>
                <a:spcPts val="799"/>
              </a:spcAft>
              <a:buNone/>
            </a:pPr>
            <a:endParaRPr lang="en-US" sz="3000" b="0" strike="noStrike" spc="-1" dirty="0">
              <a:solidFill>
                <a:srgbClr val="000000"/>
              </a:solidFill>
              <a:latin typeface="Calibri"/>
            </a:endParaRPr>
          </a:p>
          <a:p>
            <a:pPr marL="225720" indent="-225720" algn="just">
              <a:lnSpc>
                <a:spcPct val="150000"/>
              </a:lnSpc>
              <a:spcBef>
                <a:spcPts val="1001"/>
              </a:spcBef>
              <a:spcAft>
                <a:spcPts val="799"/>
              </a:spcAft>
              <a:buClr>
                <a:srgbClr val="000000"/>
              </a:buClr>
              <a:buFont typeface="Arial"/>
              <a:buChar char="•"/>
            </a:pPr>
            <a:r>
              <a:rPr lang="en-IN" sz="2200" b="1" dirty="0">
                <a:latin typeface="Times New Roman" panose="02020603050405020304" pitchFamily="18" charset="0"/>
                <a:cs typeface="Times New Roman" panose="02020603050405020304" pitchFamily="18" charset="0"/>
              </a:rPr>
              <a:t>Generative AI Module</a:t>
            </a:r>
            <a:r>
              <a:rPr lang="en-IN" sz="2200" b="0" strike="noStrike" spc="-1" dirty="0">
                <a:solidFill>
                  <a:srgbClr val="000000"/>
                </a:solidFill>
                <a:latin typeface="Times New Roman" panose="02020603050405020304" pitchFamily="18" charset="0"/>
                <a:ea typeface="Calibri"/>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Generative Adversarial Networks (GANs) generate synthetic fetal health data to address data imbalance and improve model robustness and performance.</a:t>
            </a:r>
            <a:endParaRPr lang="en-US" sz="2200" b="0" strike="noStrike" spc="-1" dirty="0">
              <a:solidFill>
                <a:srgbClr val="000000"/>
              </a:solidFill>
              <a:latin typeface="Times New Roman" panose="02020603050405020304" pitchFamily="18" charset="0"/>
              <a:cs typeface="Times New Roman" panose="02020603050405020304" pitchFamily="18" charset="0"/>
            </a:endParaRPr>
          </a:p>
          <a:p>
            <a:pPr marL="225720" indent="-225720" algn="just">
              <a:lnSpc>
                <a:spcPct val="150000"/>
              </a:lnSpc>
              <a:spcBef>
                <a:spcPts val="1001"/>
              </a:spcBef>
              <a:spcAft>
                <a:spcPts val="799"/>
              </a:spcAft>
              <a:buClr>
                <a:srgbClr val="000000"/>
              </a:buClr>
              <a:buFont typeface="Arial"/>
              <a:buChar char="•"/>
            </a:pPr>
            <a:r>
              <a:rPr lang="en-IN" sz="2200" b="1" strike="noStrike" spc="-1" dirty="0">
                <a:solidFill>
                  <a:srgbClr val="000000"/>
                </a:solidFill>
                <a:latin typeface="Times New Roman" panose="02020603050405020304" pitchFamily="18" charset="0"/>
                <a:ea typeface="Calibri"/>
                <a:cs typeface="Times New Roman" panose="02020603050405020304" pitchFamily="18" charset="0"/>
              </a:rPr>
              <a:t>Explainable AI</a:t>
            </a:r>
            <a:r>
              <a:rPr lang="en-IN" sz="2200" b="0" strike="noStrike" spc="-1" dirty="0">
                <a:solidFill>
                  <a:srgbClr val="000000"/>
                </a:solidFill>
                <a:latin typeface="Times New Roman" panose="02020603050405020304" pitchFamily="18" charset="0"/>
                <a:ea typeface="Calibri"/>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Large Language Models (LLMs) convert complex model predictions into simple and clear medical explanations. This improves transparency and helps clinicians understand the reasoning behind the results.</a:t>
            </a:r>
          </a:p>
          <a:p>
            <a:pPr>
              <a:lnSpc>
                <a:spcPct val="150000"/>
              </a:lnSpc>
            </a:pPr>
            <a:r>
              <a:rPr lang="en-IN" sz="2200" b="1" strike="noStrike" spc="-1" dirty="0">
                <a:solidFill>
                  <a:srgbClr val="000000"/>
                </a:solidFill>
                <a:latin typeface="Times New Roman" panose="02020603050405020304" pitchFamily="18" charset="0"/>
                <a:ea typeface="Calibri"/>
                <a:cs typeface="Times New Roman" panose="02020603050405020304" pitchFamily="18" charset="0"/>
              </a:rPr>
              <a:t>Clinical Reporting &amp; Alerts</a:t>
            </a:r>
            <a:r>
              <a:rPr lang="en-IN" sz="2200" b="0" strike="noStrike" spc="-1" dirty="0">
                <a:solidFill>
                  <a:srgbClr val="000000"/>
                </a:solidFill>
                <a:latin typeface="Times New Roman" panose="02020603050405020304" pitchFamily="18" charset="0"/>
                <a:ea typeface="Calibri"/>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 system generates automated clinical reports and provides visual dashboards. It also triggers real-time alerts for suspect or pathological cases to support timely medical intervention.</a:t>
            </a:r>
          </a:p>
          <a:p>
            <a:pPr indent="0">
              <a:lnSpc>
                <a:spcPct val="90000"/>
              </a:lnSpc>
              <a:spcBef>
                <a:spcPts val="1001"/>
              </a:spcBef>
              <a:buNone/>
            </a:pPr>
            <a:endParaRPr lang="en-US" sz="2800" b="0" strike="noStrike" spc="-1" dirty="0">
              <a:solidFill>
                <a:srgbClr val="000000"/>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4400" b="1" strike="noStrike" spc="-1" dirty="0">
                <a:solidFill>
                  <a:srgbClr val="000000"/>
                </a:solidFill>
                <a:latin typeface="Times New Roman" panose="02020603050405020304" pitchFamily="18" charset="0"/>
                <a:cs typeface="Times New Roman" panose="02020603050405020304" pitchFamily="18" charset="0"/>
              </a:rPr>
              <a:t>PRACTICAL APPLICATIONS</a:t>
            </a:r>
            <a:endParaRPr lang="en-US" sz="4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204" name="PlaceHolder 2"/>
          <p:cNvSpPr>
            <a:spLocks noGrp="1"/>
          </p:cNvSpPr>
          <p:nvPr>
            <p:ph/>
          </p:nvPr>
        </p:nvSpPr>
        <p:spPr>
          <a:xfrm>
            <a:off x="838080" y="1519517"/>
            <a:ext cx="10515240" cy="4350960"/>
          </a:xfrm>
          <a:prstGeom prst="rect">
            <a:avLst/>
          </a:prstGeom>
          <a:noFill/>
          <a:ln w="0">
            <a:noFill/>
          </a:ln>
        </p:spPr>
        <p:txBody>
          <a:bodyPr anchor="t">
            <a:noAutofit/>
          </a:bodyPr>
          <a:lstStyle/>
          <a:p>
            <a:pPr indent="0" algn="just">
              <a:lnSpc>
                <a:spcPct val="107000"/>
              </a:lnSpc>
              <a:spcBef>
                <a:spcPts val="1001"/>
              </a:spcBef>
              <a:spcAft>
                <a:spcPts val="799"/>
              </a:spcAft>
              <a:buNone/>
              <a:tabLst>
                <a:tab pos="0" algn="l"/>
              </a:tabLst>
            </a:pPr>
            <a:r>
              <a:rPr lang="en-IN" sz="2800" b="0" strike="noStrike" spc="-1" dirty="0">
                <a:solidFill>
                  <a:srgbClr val="000000"/>
                </a:solidFill>
                <a:latin typeface="Calibri"/>
                <a:ea typeface="Calibri"/>
              </a:rPr>
              <a:t>-</a:t>
            </a:r>
            <a:r>
              <a:rPr lang="en-IN" sz="2400" b="1" strike="noStrike" spc="-1" dirty="0">
                <a:solidFill>
                  <a:srgbClr val="000000"/>
                </a:solidFill>
                <a:latin typeface="Times New Roman" panose="02020603050405020304" pitchFamily="18" charset="0"/>
                <a:ea typeface="Calibri"/>
                <a:cs typeface="Times New Roman" panose="02020603050405020304" pitchFamily="18" charset="0"/>
              </a:rPr>
              <a:t>Hospital Labor Monitoring</a:t>
            </a:r>
            <a:r>
              <a:rPr lang="en-IN" sz="2400" b="0" strike="noStrike" spc="-1" dirty="0">
                <a:solidFill>
                  <a:srgbClr val="000000"/>
                </a:solidFill>
                <a:latin typeface="Times New Roman" panose="02020603050405020304" pitchFamily="18" charset="0"/>
                <a:ea typeface="Calibri"/>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Can be integrated into hospital CTG systems to assist doctors in real-time fetal health assessment.</a:t>
            </a:r>
            <a:endParaRPr lang="en-US" sz="2400" b="0" strike="noStrike" spc="-1" dirty="0">
              <a:solidFill>
                <a:srgbClr val="000000"/>
              </a:solidFill>
              <a:latin typeface="Times New Roman" panose="02020603050405020304" pitchFamily="18" charset="0"/>
              <a:cs typeface="Times New Roman" panose="02020603050405020304" pitchFamily="18" charset="0"/>
            </a:endParaRPr>
          </a:p>
          <a:p>
            <a:pPr indent="0" algn="just">
              <a:lnSpc>
                <a:spcPct val="107000"/>
              </a:lnSpc>
              <a:spcBef>
                <a:spcPts val="1001"/>
              </a:spcBef>
              <a:spcAft>
                <a:spcPts val="799"/>
              </a:spcAft>
              <a:buNone/>
              <a:tabLst>
                <a:tab pos="0" algn="l"/>
              </a:tabLst>
            </a:pPr>
            <a:r>
              <a:rPr lang="en-IN" sz="2400" b="0" strike="noStrike" spc="-1" dirty="0">
                <a:solidFill>
                  <a:srgbClr val="000000"/>
                </a:solidFill>
                <a:latin typeface="Times New Roman" panose="02020603050405020304" pitchFamily="18" charset="0"/>
                <a:ea typeface="Calibri"/>
                <a:cs typeface="Times New Roman" panose="02020603050405020304" pitchFamily="18" charset="0"/>
              </a:rPr>
              <a:t>-</a:t>
            </a:r>
            <a:r>
              <a:rPr lang="en-IN" sz="2400" b="1" strike="noStrike" spc="-1" dirty="0">
                <a:solidFill>
                  <a:srgbClr val="000000"/>
                </a:solidFill>
                <a:latin typeface="Times New Roman" panose="02020603050405020304" pitchFamily="18" charset="0"/>
                <a:ea typeface="Calibri"/>
                <a:cs typeface="Times New Roman" panose="02020603050405020304" pitchFamily="18" charset="0"/>
              </a:rPr>
              <a:t>Early Risk Detection</a:t>
            </a:r>
            <a:r>
              <a:rPr lang="en-IN" sz="2400" b="0" strike="noStrike" spc="-1" dirty="0">
                <a:solidFill>
                  <a:srgbClr val="000000"/>
                </a:solidFill>
                <a:latin typeface="Times New Roman" panose="02020603050405020304" pitchFamily="18" charset="0"/>
                <a:ea typeface="Calibri"/>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Helps in early identification of fetal distress and hypoxia, enabling timely medical intervention.</a:t>
            </a:r>
          </a:p>
          <a:p>
            <a:pPr indent="0" algn="just">
              <a:lnSpc>
                <a:spcPct val="107000"/>
              </a:lnSpc>
              <a:spcBef>
                <a:spcPts val="1001"/>
              </a:spcBef>
              <a:spcAft>
                <a:spcPts val="799"/>
              </a:spcAft>
              <a:buNone/>
              <a:tabLst>
                <a:tab pos="0" algn="l"/>
              </a:tabLst>
            </a:pPr>
            <a:r>
              <a:rPr lang="en-IN" sz="2400" b="0" strike="noStrike" spc="-1" dirty="0">
                <a:solidFill>
                  <a:srgbClr val="000000"/>
                </a:solidFill>
                <a:latin typeface="Times New Roman" panose="02020603050405020304" pitchFamily="18" charset="0"/>
                <a:ea typeface="Calibri"/>
                <a:cs typeface="Times New Roman" panose="02020603050405020304" pitchFamily="18" charset="0"/>
              </a:rPr>
              <a:t>-</a:t>
            </a:r>
            <a:r>
              <a:rPr lang="en-IN" sz="2400" b="1" strike="noStrike" spc="-1" dirty="0">
                <a:solidFill>
                  <a:srgbClr val="000000"/>
                </a:solidFill>
                <a:latin typeface="Times New Roman" panose="02020603050405020304" pitchFamily="18" charset="0"/>
                <a:ea typeface="Calibri"/>
                <a:cs typeface="Times New Roman" panose="02020603050405020304" pitchFamily="18" charset="0"/>
              </a:rPr>
              <a:t>Remote &amp; Rural Healthcare Support</a:t>
            </a:r>
            <a:r>
              <a:rPr lang="en-IN" sz="2400" b="0" strike="noStrike" spc="-1" dirty="0">
                <a:solidFill>
                  <a:srgbClr val="000000"/>
                </a:solidFill>
                <a:latin typeface="Times New Roman" panose="02020603050405020304" pitchFamily="18" charset="0"/>
                <a:ea typeface="Calibri"/>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Supports telemedicine and remote monitoring in areas with limited access to specialist doctors.</a:t>
            </a:r>
          </a:p>
          <a:p>
            <a:pPr indent="0" algn="just">
              <a:lnSpc>
                <a:spcPct val="107000"/>
              </a:lnSpc>
              <a:spcBef>
                <a:spcPts val="1001"/>
              </a:spcBef>
              <a:spcAft>
                <a:spcPts val="799"/>
              </a:spcAft>
              <a:buNone/>
              <a:tabLst>
                <a:tab pos="0" algn="l"/>
              </a:tabLst>
            </a:pPr>
            <a:r>
              <a:rPr lang="en-IN" sz="2400" b="0" strike="noStrike" spc="-1" dirty="0">
                <a:solidFill>
                  <a:srgbClr val="000000"/>
                </a:solidFill>
                <a:latin typeface="Times New Roman" panose="02020603050405020304" pitchFamily="18" charset="0"/>
                <a:ea typeface="Calibri"/>
                <a:cs typeface="Times New Roman" panose="02020603050405020304" pitchFamily="18" charset="0"/>
              </a:rPr>
              <a:t>-</a:t>
            </a:r>
            <a:r>
              <a:rPr lang="en-IN" sz="2400" b="1" strike="noStrike" spc="-1" dirty="0">
                <a:solidFill>
                  <a:srgbClr val="000000"/>
                </a:solidFill>
                <a:latin typeface="Times New Roman" panose="02020603050405020304" pitchFamily="18" charset="0"/>
                <a:ea typeface="Calibri"/>
                <a:cs typeface="Times New Roman" panose="02020603050405020304" pitchFamily="18" charset="0"/>
              </a:rPr>
              <a:t>Medical Training &amp; Research</a:t>
            </a:r>
            <a:r>
              <a:rPr lang="en-IN" sz="2400" b="0" strike="noStrike" spc="-1" dirty="0">
                <a:solidFill>
                  <a:srgbClr val="000000"/>
                </a:solidFill>
                <a:latin typeface="Times New Roman" panose="02020603050405020304" pitchFamily="18" charset="0"/>
                <a:ea typeface="Calibri"/>
                <a:cs typeface="Times New Roman" panose="02020603050405020304" pitchFamily="18" charset="0"/>
              </a:rPr>
              <a:t>: </a:t>
            </a:r>
            <a:r>
              <a:rPr lang="en-US" sz="2400" b="0" strike="noStrike" spc="-1" dirty="0">
                <a:solidFill>
                  <a:srgbClr val="000000"/>
                </a:solidFill>
                <a:latin typeface="Times New Roman" panose="02020603050405020304" pitchFamily="18" charset="0"/>
                <a:ea typeface="Calibri"/>
                <a:cs typeface="Times New Roman" panose="02020603050405020304" pitchFamily="18" charset="0"/>
              </a:rPr>
              <a:t>Synthetic data generated using GANs can be used for medical research and training without compromising patient privacy.</a:t>
            </a:r>
          </a:p>
          <a:p>
            <a:pPr indent="0" algn="just">
              <a:lnSpc>
                <a:spcPct val="107000"/>
              </a:lnSpc>
              <a:spcBef>
                <a:spcPts val="1001"/>
              </a:spcBef>
              <a:spcAft>
                <a:spcPts val="799"/>
              </a:spcAft>
              <a:buNone/>
              <a:tabLst>
                <a:tab pos="0" algn="l"/>
              </a:tabLst>
            </a:pPr>
            <a:r>
              <a:rPr lang="en-US" sz="2400" spc="-1" dirty="0">
                <a:solidFill>
                  <a:srgbClr val="000000"/>
                </a:solidFill>
                <a:latin typeface="Times New Roman" panose="02020603050405020304" pitchFamily="18" charset="0"/>
                <a:ea typeface="Calibri"/>
                <a:cs typeface="Times New Roman" panose="02020603050405020304" pitchFamily="18" charset="0"/>
              </a:rPr>
              <a:t>-</a:t>
            </a:r>
            <a:r>
              <a:rPr lang="en-US" sz="2400" b="1" spc="-1" dirty="0">
                <a:solidFill>
                  <a:srgbClr val="000000"/>
                </a:solidFill>
                <a:latin typeface="Times New Roman" panose="02020603050405020304" pitchFamily="18" charset="0"/>
                <a:ea typeface="Calibri"/>
                <a:cs typeface="Times New Roman" panose="02020603050405020304" pitchFamily="18" charset="0"/>
              </a:rPr>
              <a:t>Clinical Decision Support Systems (CDSS): </a:t>
            </a:r>
            <a:r>
              <a:rPr lang="en-US" sz="2400" spc="-1" dirty="0">
                <a:solidFill>
                  <a:srgbClr val="000000"/>
                </a:solidFill>
                <a:latin typeface="Times New Roman" panose="02020603050405020304" pitchFamily="18" charset="0"/>
                <a:ea typeface="Calibri"/>
                <a:cs typeface="Times New Roman" panose="02020603050405020304" pitchFamily="18" charset="0"/>
              </a:rPr>
              <a:t>Acts as an intelligent assistant to clinicians by providing automated classification and explainable insights</a:t>
            </a:r>
            <a:r>
              <a:rPr lang="en-US" sz="2400" b="1" spc="-1" dirty="0">
                <a:solidFill>
                  <a:srgbClr val="000000"/>
                </a:solidFill>
                <a:latin typeface="Times New Roman" panose="02020603050405020304" pitchFamily="18" charset="0"/>
                <a:ea typeface="Calibri"/>
                <a:cs typeface="Times New Roman" panose="02020603050405020304" pitchFamily="18" charset="0"/>
              </a:rPr>
              <a:t>.</a:t>
            </a:r>
            <a:endParaRPr lang="en-US" sz="2400" b="1"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4400" b="1" strike="noStrike" spc="-1" dirty="0">
                <a:solidFill>
                  <a:srgbClr val="000000"/>
                </a:solidFill>
                <a:latin typeface="Times New Roman" panose="02020603050405020304" pitchFamily="18" charset="0"/>
                <a:cs typeface="Times New Roman" panose="02020603050405020304" pitchFamily="18" charset="0"/>
              </a:rPr>
              <a:t>RESULTS</a:t>
            </a:r>
            <a:endParaRPr lang="en-US" sz="4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A84F1A3-EC95-BD80-A158-2852B2EC1FCE}"/>
              </a:ext>
            </a:extLst>
          </p:cNvPr>
          <p:cNvSpPr txBox="1"/>
          <p:nvPr/>
        </p:nvSpPr>
        <p:spPr>
          <a:xfrm>
            <a:off x="854122" y="1690200"/>
            <a:ext cx="10680152" cy="5016758"/>
          </a:xfrm>
          <a:prstGeom prst="rect">
            <a:avLst/>
          </a:prstGeom>
          <a:noFill/>
        </p:spPr>
        <p:txBody>
          <a:bodyPr wrap="square" rtlCol="0">
            <a:spAutoFit/>
          </a:bodyPr>
          <a:lstStyle/>
          <a:p>
            <a:pPr algn="just">
              <a:lnSpc>
                <a:spcPct val="150000"/>
              </a:lnSpc>
            </a:pPr>
            <a:r>
              <a:rPr lang="en-IN" sz="2000" b="1" dirty="0">
                <a:latin typeface="Times New Roman" panose="02020603050405020304" pitchFamily="18" charset="0"/>
                <a:cs typeface="Times New Roman" panose="02020603050405020304" pitchFamily="18" charset="0"/>
              </a:rPr>
              <a:t>Improved Classification Accuracy:</a:t>
            </a:r>
            <a:r>
              <a:rPr lang="en-US" sz="2000" dirty="0">
                <a:latin typeface="Times New Roman" panose="02020603050405020304" pitchFamily="18" charset="0"/>
                <a:cs typeface="Times New Roman" panose="02020603050405020304" pitchFamily="18" charset="0"/>
              </a:rPr>
              <a:t>The deep learning models (LSTM / CNN-LSTM) achieved high accuracy in classifying fetal health conditions into normal, suspect, and pathological categories.</a:t>
            </a:r>
          </a:p>
          <a:p>
            <a:pPr algn="just">
              <a:lnSpc>
                <a:spcPct val="150000"/>
              </a:lnSpc>
            </a:pPr>
            <a:r>
              <a:rPr lang="en-IN" sz="2000" b="1" dirty="0">
                <a:latin typeface="Times New Roman" panose="02020603050405020304" pitchFamily="18" charset="0"/>
                <a:cs typeface="Times New Roman" panose="02020603050405020304" pitchFamily="18" charset="0"/>
              </a:rPr>
              <a:t>Enhanced Model Robustness</a:t>
            </a:r>
            <a:r>
              <a:rPr lang="en-I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GAN-based synthetic data generation helped address data imbalance, improving generalization and overall model performance.</a:t>
            </a:r>
          </a:p>
          <a:p>
            <a:pPr algn="just">
              <a:lnSpc>
                <a:spcPct val="150000"/>
              </a:lnSpc>
            </a:pPr>
            <a:r>
              <a:rPr lang="en-IN" sz="2000" b="1" dirty="0">
                <a:latin typeface="Times New Roman" panose="02020603050405020304" pitchFamily="18" charset="0"/>
                <a:cs typeface="Times New Roman" panose="02020603050405020304" pitchFamily="18" charset="0"/>
              </a:rPr>
              <a:t>Early Detection Capability</a:t>
            </a:r>
            <a:r>
              <a:rPr lang="en-IN"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The system successfully identified potential fetal distress patterns at an early stage, supporting timely medical intervention.</a:t>
            </a:r>
          </a:p>
          <a:p>
            <a:pPr algn="just">
              <a:lnSpc>
                <a:spcPct val="150000"/>
              </a:lnSpc>
            </a:pPr>
            <a:r>
              <a:rPr lang="en-IN" sz="2000" b="1" dirty="0">
                <a:latin typeface="Times New Roman" panose="02020603050405020304" pitchFamily="18" charset="0"/>
                <a:cs typeface="Times New Roman" panose="02020603050405020304" pitchFamily="18" charset="0"/>
              </a:rPr>
              <a:t>Explainable Predictions</a:t>
            </a:r>
            <a:r>
              <a:rPr lang="en-IN"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LLM integration provided clear and structured medical explanations, increasing transparency and clinician trust.</a:t>
            </a:r>
          </a:p>
          <a:p>
            <a:pPr algn="just">
              <a:lnSpc>
                <a:spcPct val="150000"/>
              </a:lnSpc>
            </a:pPr>
            <a:r>
              <a:rPr lang="en-IN" sz="2000" b="1" dirty="0">
                <a:latin typeface="Times New Roman" panose="02020603050405020304" pitchFamily="18" charset="0"/>
                <a:cs typeface="Times New Roman" panose="02020603050405020304" pitchFamily="18" charset="0"/>
              </a:rPr>
              <a:t>Automated Reporting &amp; Alerts</a:t>
            </a:r>
            <a:r>
              <a:rPr lang="en-IN"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The system generated automated clinical reports and real-time alerts, enhancing decision support and workflow efficiency.</a:t>
            </a:r>
            <a:endParaRPr lang="en-IN" sz="2000" b="1" dirty="0">
              <a:latin typeface="Times New Roman" panose="02020603050405020304" pitchFamily="18" charset="0"/>
              <a:cs typeface="Times New Roman" panose="02020603050405020304" pitchFamily="18" charset="0"/>
            </a:endParaRPr>
          </a:p>
          <a:p>
            <a:pPr algn="just"/>
            <a:endParaRPr lang="en-IN"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4400" b="1" strike="noStrike" spc="-1" dirty="0">
                <a:solidFill>
                  <a:srgbClr val="000000"/>
                </a:solidFill>
                <a:latin typeface="Times New Roman" panose="02020603050405020304" pitchFamily="18" charset="0"/>
                <a:cs typeface="Times New Roman" panose="02020603050405020304" pitchFamily="18" charset="0"/>
              </a:rPr>
              <a:t>CONCLUSION</a:t>
            </a:r>
            <a:endParaRPr lang="en-US" sz="4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212" name="PlaceHolder 2"/>
          <p:cNvSpPr>
            <a:spLocks noGrp="1"/>
          </p:cNvSpPr>
          <p:nvPr>
            <p:ph/>
          </p:nvPr>
        </p:nvSpPr>
        <p:spPr>
          <a:xfrm>
            <a:off x="838080" y="1825560"/>
            <a:ext cx="10515240" cy="4350960"/>
          </a:xfrm>
          <a:prstGeom prst="rect">
            <a:avLst/>
          </a:prstGeom>
          <a:noFill/>
          <a:ln w="0">
            <a:noFill/>
          </a:ln>
        </p:spPr>
        <p:txBody>
          <a:bodyPr anchor="t">
            <a:normAutofit/>
          </a:bodyPr>
          <a:lstStyle/>
          <a:p>
            <a:pPr algn="just">
              <a:lnSpc>
                <a:spcPct val="150000"/>
              </a:lnSpc>
              <a:spcBef>
                <a:spcPts val="1001"/>
              </a:spcBef>
              <a:buClr>
                <a:srgbClr val="000000"/>
              </a:buClr>
              <a:buFont typeface="Arial"/>
              <a:buChar char="•"/>
              <a:tabLst>
                <a:tab pos="0" algn="l"/>
              </a:tabLst>
            </a:pPr>
            <a:r>
              <a:rPr lang="en-US" sz="2000" dirty="0">
                <a:latin typeface="Times New Roman" panose="02020603050405020304" pitchFamily="18" charset="0"/>
                <a:cs typeface="Times New Roman" panose="02020603050405020304" pitchFamily="18" charset="0"/>
              </a:rPr>
              <a:t>This project successfully developed an intelligent fetal health monitoring system by integrating deep learning and Generative Artificial Intelligence techniques. The use of LSTM and CNN-LSTM models enabled accurate analysis of time-series fetal data, while GANs addressed data scarcity and improved model robustness.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228600" indent="-228600" algn="just">
              <a:lnSpc>
                <a:spcPct val="150000"/>
              </a:lnSpc>
              <a:spcBef>
                <a:spcPts val="1001"/>
              </a:spcBef>
              <a:buClr>
                <a:srgbClr val="000000"/>
              </a:buClr>
              <a:buFont typeface="Arial"/>
              <a:buChar char="•"/>
              <a:tabLst>
                <a:tab pos="0" algn="l"/>
              </a:tabLst>
            </a:pPr>
            <a:r>
              <a:rPr lang="en-US" sz="2000" b="0" strike="noStrike" spc="-1" dirty="0">
                <a:solidFill>
                  <a:srgbClr val="000000"/>
                </a:solidFill>
                <a:latin typeface="Times New Roman" panose="02020603050405020304" pitchFamily="18" charset="0"/>
                <a:cs typeface="Times New Roman" panose="02020603050405020304" pitchFamily="18" charset="0"/>
              </a:rPr>
              <a:t>The incorporation of Large Language Models enhanced explainability by converting predictions into clear medical insights and automated clinical reports. Overall, the proposed system improves early detection of fetal distress, reduces dependence on manual interpretation, and strengthens clinical decision support, contributing to safer and more reliable prenatal healthcare outcomes.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838080" y="365040"/>
            <a:ext cx="10515240" cy="911160"/>
          </a:xfrm>
          <a:prstGeom prst="rect">
            <a:avLst/>
          </a:prstGeom>
          <a:noFill/>
          <a:ln w="0">
            <a:noFill/>
          </a:ln>
        </p:spPr>
        <p:txBody>
          <a:bodyPr anchor="ctr">
            <a:noAutofit/>
          </a:bodyPr>
          <a:lstStyle/>
          <a:p>
            <a:pPr indent="0">
              <a:lnSpc>
                <a:spcPct val="90000"/>
              </a:lnSpc>
              <a:buNone/>
            </a:pPr>
            <a:r>
              <a:rPr lang="en-US" sz="4400" b="1" strike="noStrike" spc="-1" dirty="0">
                <a:solidFill>
                  <a:srgbClr val="000000"/>
                </a:solidFill>
                <a:latin typeface="Times New Roman" panose="02020603050405020304" pitchFamily="18" charset="0"/>
                <a:cs typeface="Times New Roman" panose="02020603050405020304" pitchFamily="18" charset="0"/>
              </a:rPr>
              <a:t>FUTURE WORK</a:t>
            </a:r>
            <a:endParaRPr lang="en-US" sz="4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215" name="PlaceHolder 2"/>
          <p:cNvSpPr>
            <a:spLocks noGrp="1"/>
          </p:cNvSpPr>
          <p:nvPr>
            <p:ph/>
          </p:nvPr>
        </p:nvSpPr>
        <p:spPr>
          <a:xfrm>
            <a:off x="838080" y="1526040"/>
            <a:ext cx="7940842" cy="4481060"/>
          </a:xfrm>
          <a:prstGeom prst="rect">
            <a:avLst/>
          </a:prstGeom>
          <a:noFill/>
          <a:ln w="0">
            <a:noFill/>
          </a:ln>
        </p:spPr>
        <p:txBody>
          <a:bodyPr anchor="t">
            <a:noAutofit/>
          </a:bodyPr>
          <a:lstStyle/>
          <a:p>
            <a:pPr marL="342900" indent="-342900">
              <a:spcBef>
                <a:spcPts val="1001"/>
              </a:spcBef>
              <a:buFont typeface="Arial" panose="020B0604020202020204" pitchFamily="34" charset="0"/>
              <a:buChar char="•"/>
              <a:tabLst>
                <a:tab pos="0" algn="l"/>
              </a:tabLst>
            </a:pPr>
            <a:r>
              <a:rPr lang="en-IN" sz="2400" dirty="0">
                <a:latin typeface="Times New Roman" panose="02020603050405020304" pitchFamily="18" charset="0"/>
                <a:cs typeface="Times New Roman" panose="02020603050405020304" pitchFamily="18" charset="0"/>
              </a:rPr>
              <a:t>Real-Time Deployment in Hospitals</a:t>
            </a:r>
          </a:p>
          <a:p>
            <a:pPr marL="342900" indent="-342900">
              <a:spcBef>
                <a:spcPts val="1001"/>
              </a:spcBef>
              <a:buFont typeface="Arial" panose="020B0604020202020204" pitchFamily="34" charset="0"/>
              <a:buChar char="•"/>
              <a:tabLst>
                <a:tab pos="0" algn="l"/>
              </a:tabLst>
            </a:pPr>
            <a:r>
              <a:rPr lang="en-IN" sz="2400" dirty="0">
                <a:latin typeface="Times New Roman" panose="02020603050405020304" pitchFamily="18" charset="0"/>
                <a:cs typeface="Times New Roman" panose="02020603050405020304" pitchFamily="18" charset="0"/>
              </a:rPr>
              <a:t>IoT &amp; Wearable Device Integration</a:t>
            </a:r>
          </a:p>
          <a:p>
            <a:pPr marL="342900" indent="-342900">
              <a:spcBef>
                <a:spcPts val="1001"/>
              </a:spcBef>
              <a:buFont typeface="Arial" panose="020B0604020202020204" pitchFamily="34" charset="0"/>
              <a:buChar char="•"/>
              <a:tabLst>
                <a:tab pos="0" algn="l"/>
              </a:tabLst>
            </a:pPr>
            <a:r>
              <a:rPr lang="en-IN" sz="2400" dirty="0">
                <a:latin typeface="Times New Roman" panose="02020603050405020304" pitchFamily="18" charset="0"/>
                <a:cs typeface="Times New Roman" panose="02020603050405020304" pitchFamily="18" charset="0"/>
              </a:rPr>
              <a:t>Advanced Deep Learning Models</a:t>
            </a:r>
          </a:p>
          <a:p>
            <a:pPr marL="342900" indent="-342900">
              <a:spcBef>
                <a:spcPts val="1001"/>
              </a:spcBef>
              <a:buFont typeface="Arial" panose="020B0604020202020204" pitchFamily="34" charset="0"/>
              <a:buChar char="•"/>
              <a:tabLst>
                <a:tab pos="0" algn="l"/>
              </a:tabLst>
            </a:pPr>
            <a:r>
              <a:rPr lang="en-IN" sz="2400" dirty="0">
                <a:latin typeface="Times New Roman" panose="02020603050405020304" pitchFamily="18" charset="0"/>
                <a:cs typeface="Times New Roman" panose="02020603050405020304" pitchFamily="18" charset="0"/>
              </a:rPr>
              <a:t>Multilingual &amp; Personalized Reports</a:t>
            </a:r>
          </a:p>
          <a:p>
            <a:pPr marL="342900" indent="-342900">
              <a:spcBef>
                <a:spcPts val="1001"/>
              </a:spcBef>
              <a:buFont typeface="Arial" panose="020B0604020202020204" pitchFamily="34" charset="0"/>
              <a:buChar char="•"/>
              <a:tabLst>
                <a:tab pos="0" algn="l"/>
              </a:tabLst>
            </a:pPr>
            <a:r>
              <a:rPr lang="en-US" sz="2400" dirty="0">
                <a:latin typeface="Times New Roman" panose="02020603050405020304" pitchFamily="18" charset="0"/>
                <a:cs typeface="Times New Roman" panose="02020603050405020304" pitchFamily="18" charset="0"/>
              </a:rPr>
              <a:t>Federated Learning for Data Privacy</a:t>
            </a:r>
          </a:p>
          <a:p>
            <a:pPr marL="342900" indent="-342900">
              <a:spcBef>
                <a:spcPts val="1001"/>
              </a:spcBef>
              <a:buFont typeface="Arial" panose="020B0604020202020204" pitchFamily="34" charset="0"/>
              <a:buChar char="•"/>
              <a:tabLst>
                <a:tab pos="0" algn="l"/>
              </a:tabLst>
            </a:pPr>
            <a:r>
              <a:rPr lang="en-IN" sz="2400" dirty="0">
                <a:latin typeface="Times New Roman" panose="02020603050405020304" pitchFamily="18" charset="0"/>
                <a:cs typeface="Times New Roman" panose="02020603050405020304" pitchFamily="18" charset="0"/>
              </a:rPr>
              <a:t>Large-Scale Clinical Validation</a:t>
            </a:r>
          </a:p>
          <a:p>
            <a:pPr marL="342900" indent="-342900">
              <a:spcBef>
                <a:spcPts val="1001"/>
              </a:spcBef>
              <a:buFont typeface="Arial" panose="020B0604020202020204" pitchFamily="34" charset="0"/>
              <a:buChar char="•"/>
              <a:tabLst>
                <a:tab pos="0" algn="l"/>
              </a:tabLst>
            </a:pPr>
            <a:r>
              <a:rPr lang="en-IN" sz="2400" b="0" strike="noStrike" spc="-1" dirty="0">
                <a:solidFill>
                  <a:srgbClr val="000000"/>
                </a:solidFill>
                <a:latin typeface="Times New Roman" panose="02020603050405020304" pitchFamily="18" charset="0"/>
                <a:ea typeface="Calibri"/>
                <a:cs typeface="Times New Roman" panose="02020603050405020304" pitchFamily="18" charset="0"/>
              </a:rPr>
              <a:t>Personalized Risk Prediction Models</a:t>
            </a:r>
          </a:p>
          <a:p>
            <a:pPr marL="342900" indent="-342900">
              <a:spcBef>
                <a:spcPts val="1001"/>
              </a:spcBef>
              <a:buFont typeface="Arial" panose="020B0604020202020204" pitchFamily="34" charset="0"/>
              <a:buChar char="•"/>
              <a:tabLst>
                <a:tab pos="0" algn="l"/>
              </a:tabLst>
            </a:pPr>
            <a:r>
              <a:rPr lang="en-US" sz="2400" dirty="0">
                <a:latin typeface="Times New Roman" panose="02020603050405020304" pitchFamily="18" charset="0"/>
                <a:cs typeface="Times New Roman" panose="02020603050405020304" pitchFamily="18" charset="0"/>
              </a:rPr>
              <a:t>Integration with Electronic Health Records (EHR)</a:t>
            </a:r>
          </a:p>
          <a:p>
            <a:pPr marL="342900" indent="-342900">
              <a:spcBef>
                <a:spcPts val="1001"/>
              </a:spcBef>
              <a:buFont typeface="Arial" panose="020B0604020202020204" pitchFamily="34" charset="0"/>
              <a:buChar char="•"/>
              <a:tabLst>
                <a:tab pos="0" algn="l"/>
              </a:tabLst>
            </a:pPr>
            <a:r>
              <a:rPr lang="en-IN" sz="2400" dirty="0">
                <a:latin typeface="Times New Roman" panose="02020603050405020304" pitchFamily="18" charset="0"/>
                <a:cs typeface="Times New Roman" panose="02020603050405020304" pitchFamily="18" charset="0"/>
              </a:rPr>
              <a:t>Explainable AI Enhancement</a:t>
            </a:r>
          </a:p>
          <a:p>
            <a:pPr marL="342900" indent="-342900">
              <a:spcBef>
                <a:spcPts val="1001"/>
              </a:spcBef>
              <a:buFont typeface="Arial" panose="020B0604020202020204" pitchFamily="34" charset="0"/>
              <a:buChar char="•"/>
              <a:tabLst>
                <a:tab pos="0" algn="l"/>
              </a:tabLst>
            </a:pPr>
            <a:r>
              <a:rPr lang="en-IN" sz="2400" dirty="0">
                <a:latin typeface="Times New Roman" panose="02020603050405020304" pitchFamily="18" charset="0"/>
                <a:cs typeface="Times New Roman" panose="02020603050405020304" pitchFamily="18" charset="0"/>
              </a:rPr>
              <a:t>Edge AI Deployment</a:t>
            </a:r>
            <a:endParaRPr lang="en-US" sz="24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PlaceHolder 1"/>
          <p:cNvSpPr>
            <a:spLocks noGrp="1"/>
          </p:cNvSpPr>
          <p:nvPr>
            <p:ph/>
          </p:nvPr>
        </p:nvSpPr>
        <p:spPr>
          <a:xfrm>
            <a:off x="5511800" y="5080000"/>
            <a:ext cx="6223000" cy="1320800"/>
          </a:xfrm>
          <a:prstGeom prst="rect">
            <a:avLst/>
          </a:prstGeom>
          <a:noFill/>
          <a:ln w="0">
            <a:noFill/>
          </a:ln>
        </p:spPr>
        <p:txBody>
          <a:bodyPr anchor="t">
            <a:noAutofit/>
          </a:bodyPr>
          <a:lstStyle/>
          <a:p>
            <a:pPr indent="0" algn="ctr">
              <a:lnSpc>
                <a:spcPct val="90000"/>
              </a:lnSpc>
              <a:spcBef>
                <a:spcPts val="1001"/>
              </a:spcBef>
              <a:buNone/>
              <a:tabLst>
                <a:tab pos="0" algn="l"/>
              </a:tabLst>
            </a:pPr>
            <a:r>
              <a:rPr lang="en-US" sz="6000" b="1" strike="noStrike" spc="-1" dirty="0">
                <a:solidFill>
                  <a:schemeClr val="accent1">
                    <a:lumMod val="75000"/>
                  </a:schemeClr>
                </a:solidFill>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1803</TotalTime>
  <Words>1351</Words>
  <Application>Microsoft Macintosh PowerPoint</Application>
  <PresentationFormat>Widescreen</PresentationFormat>
  <Paragraphs>112</Paragraphs>
  <Slides>19</Slides>
  <Notes>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19</vt:i4>
      </vt:variant>
    </vt:vector>
  </HeadingPairs>
  <TitlesOfParts>
    <vt:vector size="29" baseType="lpstr">
      <vt:lpstr>Arial</vt:lpstr>
      <vt:lpstr>Calibri</vt:lpstr>
      <vt:lpstr>Calibri Light</vt:lpstr>
      <vt:lpstr>Symbol</vt:lpstr>
      <vt:lpstr>Times New Roman</vt:lpstr>
      <vt:lpstr>Wingdings</vt:lpstr>
      <vt:lpstr>Office Theme</vt:lpstr>
      <vt:lpstr>Office Theme</vt:lpstr>
      <vt:lpstr>Office Theme</vt:lpstr>
      <vt:lpstr>Office Theme</vt:lpstr>
      <vt:lpstr>DEPARTMENT OF COMPUTER SCIENCE AND SYSTEMS ENGINEERING ANDHRA UNIVERSITY COLLEGE OF ENGINEERING(A)  ANDHRA UNIVERSITY  An Intelligent Fetal Health Monitoring System using Generative AI(Gen AI)   </vt:lpstr>
      <vt:lpstr>ABSTRACT</vt:lpstr>
      <vt:lpstr>CONTENTS</vt:lpstr>
      <vt:lpstr>INTRODUCTION</vt:lpstr>
      <vt:lpstr>RESEARCH OVERVIEW</vt:lpstr>
      <vt:lpstr>KEY CHALLENGES IN EXISTING SYSTEMS</vt:lpstr>
      <vt:lpstr>PROPOSED APPROACH</vt:lpstr>
      <vt:lpstr>BENEFITS OF PROPOSED SYSTEM</vt:lpstr>
      <vt:lpstr>PowerPoint Presentation</vt:lpstr>
      <vt:lpstr>PowerPoint Presentation</vt:lpstr>
      <vt:lpstr>METHODOLOGY</vt:lpstr>
      <vt:lpstr>PowerPoint Presentation</vt:lpstr>
      <vt:lpstr>PowerPoint Presentation</vt:lpstr>
      <vt:lpstr>PowerPoint Presentation</vt:lpstr>
      <vt:lpstr>PRACTICAL APPLICATIONS</vt:lpstr>
      <vt:lpstr>RESULTS</vt:lpstr>
      <vt:lpstr>CONCLUSION</vt:lpstr>
      <vt:lpstr>FUTURE 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INFORMATION TECHNOLOGY AND COMPUTER  APPLICATIONS ANDHRA UNIVERSITY COLLEGE OF ENGINEERING(A)  ANDHRA UNIVERSITY  MACHINE LEARNING–BASED CROP YIELD ESTIMATION: UNLEASHING  AGRICULTURAL PRODUCTIVITY THROUGH DATA ANALYSIS</dc:title>
  <dc:subject/>
  <dc:creator>Pokala Bhargavi</dc:creator>
  <dc:description/>
  <cp:lastModifiedBy>Mr.D.ganesh</cp:lastModifiedBy>
  <cp:revision>50</cp:revision>
  <dcterms:created xsi:type="dcterms:W3CDTF">2023-09-25T11:07:17Z</dcterms:created>
  <dcterms:modified xsi:type="dcterms:W3CDTF">2026-02-18T17:36:18Z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24</vt:i4>
  </property>
</Properties>
</file>